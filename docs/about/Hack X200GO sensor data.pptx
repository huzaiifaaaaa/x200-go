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E8AF5-BF34-C846-A93C-D04E86B88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615D9-B7CD-921C-E54B-31DF6A0A0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0A986-070E-8755-4309-299249558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C005-16F1-4B62-824B-0872E51C3DE9}" type="datetimeFigureOut">
              <a:rPr lang="fi-FI" smtClean="0"/>
              <a:t>9.10.2025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17B74-ABC4-312E-A752-3AD42248E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EE27E-8783-7973-1C19-3BB15C8F9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41410-44C6-4D76-87BC-6603CD77066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11459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3431D-56DC-CC58-973F-9E3071245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A3BEB-BAAB-6A0F-D129-9BBCCC33E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3FFE4-9E0A-A5E8-1588-08F5C9B3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C005-16F1-4B62-824B-0872E51C3DE9}" type="datetimeFigureOut">
              <a:rPr lang="fi-FI" smtClean="0"/>
              <a:t>9.10.2025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FC781-7B4B-2728-3391-A23A0C751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CECDC-C7E8-505A-8120-37EA9C081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41410-44C6-4D76-87BC-6603CD77066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80795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BAF5-9305-15A7-A03F-CA0BF2263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23CF4-E516-86A1-866F-E577BDE79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BD248-66C9-7431-D60A-62A9F045C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C005-16F1-4B62-824B-0872E51C3DE9}" type="datetimeFigureOut">
              <a:rPr lang="fi-FI" smtClean="0"/>
              <a:t>9.10.2025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59BFE-841F-6584-D59C-B0D0222E1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D4BC5-7020-E558-6BBD-A5D6A7C3B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41410-44C6-4D76-87BC-6603CD77066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7596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6FFE-036C-C5D1-A6EA-6B06897F0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14730-533F-952F-F2DF-1A69048ED1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AE98D-0EBC-C877-E7BC-B92CA61E3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00494-A7D9-C659-0550-39303DEE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C005-16F1-4B62-824B-0872E51C3DE9}" type="datetimeFigureOut">
              <a:rPr lang="fi-FI" smtClean="0"/>
              <a:t>9.10.2025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8DBBE-F504-C9B8-3FB8-97EE4F01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98A90-9AC4-A26E-6615-1EE363660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41410-44C6-4D76-87BC-6603CD77066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01599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CCA00-1B46-AE0E-758F-2C30152E8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E8FF6-3E95-C22B-8A7A-AB4598C1B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B894FF-0CBF-C789-496A-29B1E7B15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65781A-AAF2-9D5E-FA3D-C4CD9761C6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1A0F97-1C96-5E6A-59F3-246FE1D075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693117-BAF2-72F5-BA08-8FD5ECD7F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C005-16F1-4B62-824B-0872E51C3DE9}" type="datetimeFigureOut">
              <a:rPr lang="fi-FI" smtClean="0"/>
              <a:t>9.10.2025</a:t>
            </a:fld>
            <a:endParaRPr lang="fi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6BB21B-8B90-663F-68D1-595F778D7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29C040-AEAE-B82B-69DF-333B0F5C2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41410-44C6-4D76-87BC-6603CD77066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5208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71C-8769-D3AC-50B7-2A221B105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4BC8E5-99F8-910D-0801-9E06768E8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C005-16F1-4B62-824B-0872E51C3DE9}" type="datetimeFigureOut">
              <a:rPr lang="fi-FI" smtClean="0"/>
              <a:t>9.10.2025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8AEFDB-2DAE-3DCB-39ED-01080595D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77B18-7462-31CA-6D8A-4F3E3390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41410-44C6-4D76-87BC-6603CD77066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22902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C66A37-2AF5-7E3C-E7E5-805905627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C005-16F1-4B62-824B-0872E51C3DE9}" type="datetimeFigureOut">
              <a:rPr lang="fi-FI" smtClean="0"/>
              <a:t>9.10.2025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1E8AC8-856D-ADE4-5F89-E13C0799A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BC221-537C-65BD-A2CC-328555D9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41410-44C6-4D76-87BC-6603CD77066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2573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234FA-0F4D-EDCC-CC97-F251424A2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4E583-B867-81A4-75A8-C701545B7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5BA98-5DC5-C3DC-91AF-7493C2A24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8AFC9-A869-EC64-1944-164593125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C005-16F1-4B62-824B-0872E51C3DE9}" type="datetimeFigureOut">
              <a:rPr lang="fi-FI" smtClean="0"/>
              <a:t>9.10.2025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4EDD0-0ADD-95A7-7059-47E20E5B1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DB861-F828-FE6F-9CD0-AE1BCC341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41410-44C6-4D76-87BC-6603CD77066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14347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4FEEC-EDCA-0E19-FD01-6E53D902B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CBE414-10D4-986D-CC8F-AB41CDBA83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E79FA6-8E35-7975-7134-400D1A50A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8CCC8-A009-B88C-538B-7643EE64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C005-16F1-4B62-824B-0872E51C3DE9}" type="datetimeFigureOut">
              <a:rPr lang="fi-FI" smtClean="0"/>
              <a:t>9.10.2025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C4A1F-03F8-D819-E3E7-7FA7CF11C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B6907-193E-D613-1114-EB087C6E3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41410-44C6-4D76-87BC-6603CD77066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30811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DFD8C-DC26-3D8F-46F2-951E6710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343265-4C1E-1F79-422C-A376DBF40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79675-6B49-D9E9-D42F-3633C109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C005-16F1-4B62-824B-0872E51C3DE9}" type="datetimeFigureOut">
              <a:rPr lang="fi-FI" smtClean="0"/>
              <a:t>9.10.2025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F0AED-F37F-DF22-ED41-12E1A7908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EA90E-18C9-CEAD-FAD7-1E133CCE8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41410-44C6-4D76-87BC-6603CD77066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997289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2574A3-8CAF-864B-8ABD-34E730F712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DF052-2349-6D7D-B03A-6D5465F88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5FEAC-CC68-B540-8A6E-7AFC79497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C005-16F1-4B62-824B-0872E51C3DE9}" type="datetimeFigureOut">
              <a:rPr lang="fi-FI" smtClean="0"/>
              <a:t>9.10.2025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13C90-D104-7D0B-9273-47E3276D7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1C49B-1394-7138-B43A-0BD042541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41410-44C6-4D76-87BC-6603CD77066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4895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311AD2-656A-9374-E5B9-17B3592F0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70D3B-9F85-059F-2D73-C497DB319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386FD-13F5-428A-6659-84FD8786F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0C005-16F1-4B62-824B-0872E51C3DE9}" type="datetimeFigureOut">
              <a:rPr lang="fi-FI" smtClean="0"/>
              <a:t>9.10.2025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6C234-F7AC-E2A4-448B-AF1D171326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7438D-08F7-171F-B2AE-42A508D96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41410-44C6-4D76-87BC-6603CD77066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2121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65E97-516A-6D4D-31C0-8D1927577D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err="1"/>
              <a:t>Hack</a:t>
            </a:r>
            <a:r>
              <a:rPr lang="fi-FI"/>
              <a:t> X200GO </a:t>
            </a:r>
            <a:r>
              <a:rPr lang="fi-FI" err="1"/>
              <a:t>sensor</a:t>
            </a:r>
            <a:r>
              <a:rPr lang="fi-FI"/>
              <a:t>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725FB-B84D-05E2-550C-DC96F31D36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/>
              <a:t>Rajesh Raveendran</a:t>
            </a:r>
          </a:p>
        </p:txBody>
      </p:sp>
    </p:spTree>
    <p:extLst>
      <p:ext uri="{BB962C8B-B14F-4D97-AF65-F5344CB8AC3E}">
        <p14:creationId xmlns:p14="http://schemas.microsoft.com/office/powerpoint/2010/main" val="293664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1AD00-9A2C-9413-1223-3744CE8D1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Multimodal</a:t>
            </a:r>
            <a:r>
              <a:rPr lang="fi-FI"/>
              <a:t> 3D </a:t>
            </a:r>
            <a:r>
              <a:rPr lang="fi-FI" err="1"/>
              <a:t>modeling</a:t>
            </a:r>
            <a:r>
              <a:rPr lang="fi-FI"/>
              <a:t> </a:t>
            </a:r>
            <a:r>
              <a:rPr lang="fi-FI" err="1"/>
              <a:t>Sensor</a:t>
            </a:r>
            <a:r>
              <a:rPr lang="fi-FI"/>
              <a:t> </a:t>
            </a:r>
          </a:p>
        </p:txBody>
      </p:sp>
      <p:pic>
        <p:nvPicPr>
          <p:cNvPr id="1026" name="Picture 2" descr="X200GO SLAM Laser Scanner - Geo-matching">
            <a:extLst>
              <a:ext uri="{FF2B5EF4-FFF2-40B4-BE49-F238E27FC236}">
                <a16:creationId xmlns:a16="http://schemas.microsoft.com/office/drawing/2014/main" id="{5B242F2C-6951-4D0A-4DEE-6EC7B97973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4952" y="479588"/>
            <a:ext cx="2422199" cy="2422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C2C04A-47E3-DE86-CF5A-05501DDA5E4B}"/>
              </a:ext>
            </a:extLst>
          </p:cNvPr>
          <p:cNvSpPr txBox="1"/>
          <p:nvPr/>
        </p:nvSpPr>
        <p:spPr>
          <a:xfrm>
            <a:off x="774700" y="1720840"/>
            <a:ext cx="75594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sensor</a:t>
            </a:r>
            <a:r>
              <a:rPr lang="fi-FI" dirty="0"/>
              <a:t> </a:t>
            </a:r>
            <a:r>
              <a:rPr lang="fi-FI" dirty="0" err="1"/>
              <a:t>has</a:t>
            </a:r>
            <a:r>
              <a:rPr lang="fi-FI" dirty="0"/>
              <a:t> </a:t>
            </a:r>
            <a:r>
              <a:rPr lang="fi-FI" dirty="0" err="1"/>
              <a:t>proprietary</a:t>
            </a:r>
            <a:r>
              <a:rPr lang="fi-FI" dirty="0"/>
              <a:t> software for </a:t>
            </a:r>
            <a:r>
              <a:rPr lang="fi-FI" dirty="0" err="1"/>
              <a:t>processing</a:t>
            </a:r>
            <a:r>
              <a:rPr lang="fi-FI" dirty="0"/>
              <a:t> </a:t>
            </a:r>
            <a:r>
              <a:rPr lang="fi-FI" dirty="0" err="1"/>
              <a:t>raw</a:t>
            </a:r>
            <a:r>
              <a:rPr lang="fi-FI" dirty="0"/>
              <a:t> data, </a:t>
            </a:r>
            <a:r>
              <a:rPr lang="fi-FI" dirty="0" err="1"/>
              <a:t>which</a:t>
            </a:r>
            <a:r>
              <a:rPr lang="fi-FI" dirty="0"/>
              <a:t> is </a:t>
            </a:r>
            <a:r>
              <a:rPr lang="fi-FI" dirty="0" err="1"/>
              <a:t>also</a:t>
            </a:r>
            <a:r>
              <a:rPr lang="fi-FI" dirty="0"/>
              <a:t> </a:t>
            </a:r>
            <a:r>
              <a:rPr lang="fi-FI" dirty="0" err="1"/>
              <a:t>proprietary</a:t>
            </a:r>
            <a:r>
              <a:rPr lang="fi-FI" dirty="0"/>
              <a:t>. </a:t>
            </a:r>
          </a:p>
          <a:p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To </a:t>
            </a:r>
            <a:r>
              <a:rPr lang="fi-FI" dirty="0" err="1"/>
              <a:t>build</a:t>
            </a:r>
            <a:r>
              <a:rPr lang="fi-FI" dirty="0"/>
              <a:t> </a:t>
            </a:r>
            <a:r>
              <a:rPr lang="en-US" dirty="0"/>
              <a:t>software that converts the encoded data from the sensor to a readable format, such as TXT, PCD</a:t>
            </a:r>
            <a:r>
              <a:rPr lang="fi-FI" dirty="0"/>
              <a:t>. </a:t>
            </a:r>
          </a:p>
          <a:p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All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metadata </a:t>
            </a:r>
            <a:r>
              <a:rPr lang="fi-FI" dirty="0" err="1"/>
              <a:t>has</a:t>
            </a:r>
            <a:r>
              <a:rPr lang="fi-FI" dirty="0"/>
              <a:t> to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taken</a:t>
            </a:r>
            <a:r>
              <a:rPr lang="fi-FI" dirty="0"/>
              <a:t> into </a:t>
            </a:r>
            <a:r>
              <a:rPr lang="fi-FI" dirty="0" err="1"/>
              <a:t>consideration</a:t>
            </a:r>
            <a:r>
              <a:rPr lang="fi-FI" dirty="0"/>
              <a:t> for </a:t>
            </a:r>
            <a:r>
              <a:rPr lang="fi-FI" dirty="0" err="1"/>
              <a:t>further</a:t>
            </a:r>
            <a:r>
              <a:rPr lang="fi-FI" dirty="0"/>
              <a:t> </a:t>
            </a:r>
            <a:r>
              <a:rPr lang="fi-FI" dirty="0" err="1"/>
              <a:t>synchronizing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data.</a:t>
            </a:r>
          </a:p>
          <a:p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Proper</a:t>
            </a:r>
            <a:r>
              <a:rPr lang="fi-FI" dirty="0"/>
              <a:t> </a:t>
            </a:r>
            <a:r>
              <a:rPr lang="fi-FI" dirty="0" err="1"/>
              <a:t>documentation</a:t>
            </a:r>
            <a:r>
              <a:rPr lang="fi-FI" dirty="0"/>
              <a:t> </a:t>
            </a:r>
            <a:r>
              <a:rPr lang="fi-FI" dirty="0" err="1"/>
              <a:t>has</a:t>
            </a:r>
            <a:r>
              <a:rPr lang="fi-FI" dirty="0"/>
              <a:t> to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done</a:t>
            </a:r>
            <a:r>
              <a:rPr lang="fi-FI" dirty="0"/>
              <a:t>. </a:t>
            </a:r>
          </a:p>
          <a:p>
            <a:endParaRPr lang="fi-FI" dirty="0"/>
          </a:p>
          <a:p>
            <a:r>
              <a:rPr lang="fi-FI" dirty="0"/>
              <a:t> 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43694A-8C5B-ABEA-17A7-86D7E42A6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106" y="4149119"/>
            <a:ext cx="6585288" cy="251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731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7651A-6CE4-7D60-6E8E-8000050DD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File </a:t>
            </a:r>
            <a:r>
              <a:rPr lang="fi-FI" dirty="0" err="1"/>
              <a:t>parsing</a:t>
            </a:r>
            <a:r>
              <a:rPr lang="fi-FI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F3A85-FD1D-1D75-A016-585187B23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Convert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FMLIDAR to </a:t>
            </a:r>
            <a:r>
              <a:rPr lang="fi-FI" dirty="0" err="1"/>
              <a:t>Las</a:t>
            </a:r>
            <a:r>
              <a:rPr lang="fi-FI" dirty="0"/>
              <a:t>/</a:t>
            </a:r>
            <a:r>
              <a:rPr lang="fi-FI" dirty="0" err="1"/>
              <a:t>laz</a:t>
            </a:r>
            <a:r>
              <a:rPr lang="fi-FI" dirty="0"/>
              <a:t>/PCD</a:t>
            </a:r>
          </a:p>
          <a:p>
            <a:r>
              <a:rPr lang="fi-FI" dirty="0" err="1"/>
              <a:t>Convert</a:t>
            </a:r>
            <a:r>
              <a:rPr lang="fi-FI" dirty="0"/>
              <a:t> FMIMR file to txt</a:t>
            </a:r>
          </a:p>
          <a:p>
            <a:r>
              <a:rPr lang="fi-FI" dirty="0" err="1"/>
              <a:t>Convert</a:t>
            </a:r>
            <a:r>
              <a:rPr lang="fi-FI" dirty="0"/>
              <a:t> FDNAV file to txt</a:t>
            </a:r>
          </a:p>
          <a:p>
            <a:r>
              <a:rPr lang="fi-FI" dirty="0" err="1"/>
              <a:t>Convert</a:t>
            </a:r>
            <a:r>
              <a:rPr lang="fi-FI" dirty="0"/>
              <a:t> FMCOMPB file to txt</a:t>
            </a:r>
          </a:p>
          <a:p>
            <a:r>
              <a:rPr lang="fi-FI" dirty="0" err="1"/>
              <a:t>Convert</a:t>
            </a:r>
            <a:r>
              <a:rPr lang="fi-FI" dirty="0"/>
              <a:t> FMNAV file to txt</a:t>
            </a:r>
          </a:p>
          <a:p>
            <a:r>
              <a:rPr lang="fi-FI" dirty="0" err="1"/>
              <a:t>Convert</a:t>
            </a:r>
            <a:r>
              <a:rPr lang="fi-FI" dirty="0"/>
              <a:t> FMRASTER </a:t>
            </a:r>
            <a:r>
              <a:rPr lang="fi-FI"/>
              <a:t>file jpg / png</a:t>
            </a:r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182003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107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Hack X200GO sensor data</vt:lpstr>
      <vt:lpstr>Multimodal 3D modeling Sensor </vt:lpstr>
      <vt:lpstr>File parsing </vt:lpstr>
    </vt:vector>
  </TitlesOfParts>
  <Company>University of Oulu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Raveendran</dc:creator>
  <cp:lastModifiedBy>Rajesh Raveendran</cp:lastModifiedBy>
  <cp:revision>1</cp:revision>
  <dcterms:created xsi:type="dcterms:W3CDTF">2025-10-09T14:19:05Z</dcterms:created>
  <dcterms:modified xsi:type="dcterms:W3CDTF">2025-10-09T14:32:15Z</dcterms:modified>
</cp:coreProperties>
</file>