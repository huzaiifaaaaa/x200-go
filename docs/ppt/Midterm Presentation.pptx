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9" r:id="rId5"/>
    <p:sldId id="258" r:id="rId6"/>
    <p:sldId id="260" r:id="rId7"/>
    <p:sldId id="264" r:id="rId8"/>
    <p:sldId id="263" r:id="rId9"/>
    <p:sldId id="259" r:id="rId10"/>
    <p:sldId id="262" r:id="rId11"/>
    <p:sldId id="265" r:id="rId12"/>
    <p:sldId id="261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01D7C-2CC8-4717-ACED-B39B2B1BDA86}" v="99" dt="2025-10-26T21:12:26.165"/>
    <p1510:client id="{C1056FF8-7873-0B55-435C-E474D8542208}" v="1007" dt="2025-10-27T10:24:06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Häkkilä" userId="13070519-665d-4b55-9c42-149603270b87" providerId="ADAL" clId="{955DFE07-2D83-4314-9D5F-D05362673A09}"/>
    <pc:docChg chg="custSel addSld modSld">
      <pc:chgData name="Sami Häkkilä" userId="13070519-665d-4b55-9c42-149603270b87" providerId="ADAL" clId="{955DFE07-2D83-4314-9D5F-D05362673A09}" dt="2025-10-26T21:12:26.165" v="1380" actId="20577"/>
      <pc:docMkLst>
        <pc:docMk/>
      </pc:docMkLst>
      <pc:sldChg chg="modSp mod">
        <pc:chgData name="Sami Häkkilä" userId="13070519-665d-4b55-9c42-149603270b87" providerId="ADAL" clId="{955DFE07-2D83-4314-9D5F-D05362673A09}" dt="2025-10-24T23:05:41.061" v="192" actId="20577"/>
        <pc:sldMkLst>
          <pc:docMk/>
          <pc:sldMk cId="3597578599" sldId="257"/>
        </pc:sldMkLst>
        <pc:spChg chg="mod">
          <ac:chgData name="Sami Häkkilä" userId="13070519-665d-4b55-9c42-149603270b87" providerId="ADAL" clId="{955DFE07-2D83-4314-9D5F-D05362673A09}" dt="2025-10-24T23:05:41.061" v="192" actId="20577"/>
          <ac:spMkLst>
            <pc:docMk/>
            <pc:sldMk cId="3597578599" sldId="257"/>
            <ac:spMk id="3" creationId="{00000000-0000-0000-0000-000000000000}"/>
          </ac:spMkLst>
        </pc:spChg>
      </pc:sldChg>
      <pc:sldChg chg="addSp modSp mod">
        <pc:chgData name="Sami Häkkilä" userId="13070519-665d-4b55-9c42-149603270b87" providerId="ADAL" clId="{955DFE07-2D83-4314-9D5F-D05362673A09}" dt="2025-10-26T20:16:33.306" v="1321" actId="20577"/>
        <pc:sldMkLst>
          <pc:docMk/>
          <pc:sldMk cId="3965263695" sldId="258"/>
        </pc:sldMkLst>
        <pc:spChg chg="mod">
          <ac:chgData name="Sami Häkkilä" userId="13070519-665d-4b55-9c42-149603270b87" providerId="ADAL" clId="{955DFE07-2D83-4314-9D5F-D05362673A09}" dt="2025-10-26T20:16:33.306" v="1321" actId="20577"/>
          <ac:spMkLst>
            <pc:docMk/>
            <pc:sldMk cId="3965263695" sldId="258"/>
            <ac:spMk id="3" creationId="{00000000-0000-0000-0000-000000000000}"/>
          </ac:spMkLst>
        </pc:spChg>
        <pc:picChg chg="add mod">
          <ac:chgData name="Sami Häkkilä" userId="13070519-665d-4b55-9c42-149603270b87" providerId="ADAL" clId="{955DFE07-2D83-4314-9D5F-D05362673A09}" dt="2025-10-26T12:19:23.072" v="199" actId="1076"/>
          <ac:picMkLst>
            <pc:docMk/>
            <pc:sldMk cId="3965263695" sldId="258"/>
            <ac:picMk id="4" creationId="{F498D7F0-D010-2D22-2274-EE2A99BBE8EA}"/>
          </ac:picMkLst>
        </pc:picChg>
      </pc:sldChg>
      <pc:sldChg chg="modSp mod">
        <pc:chgData name="Sami Häkkilä" userId="13070519-665d-4b55-9c42-149603270b87" providerId="ADAL" clId="{955DFE07-2D83-4314-9D5F-D05362673A09}" dt="2025-10-26T21:12:26.165" v="1380" actId="20577"/>
        <pc:sldMkLst>
          <pc:docMk/>
          <pc:sldMk cId="603054998" sldId="261"/>
        </pc:sldMkLst>
        <pc:spChg chg="mod">
          <ac:chgData name="Sami Häkkilä" userId="13070519-665d-4b55-9c42-149603270b87" providerId="ADAL" clId="{955DFE07-2D83-4314-9D5F-D05362673A09}" dt="2025-10-26T21:12:26.165" v="1380" actId="20577"/>
          <ac:spMkLst>
            <pc:docMk/>
            <pc:sldMk cId="603054998" sldId="261"/>
            <ac:spMk id="3" creationId="{00000000-0000-0000-0000-000000000000}"/>
          </ac:spMkLst>
        </pc:spChg>
      </pc:sldChg>
      <pc:sldChg chg="addSp modSp mod">
        <pc:chgData name="Sami Häkkilä" userId="13070519-665d-4b55-9c42-149603270b87" providerId="ADAL" clId="{955DFE07-2D83-4314-9D5F-D05362673A09}" dt="2025-10-26T20:18:27.669" v="1332" actId="20577"/>
        <pc:sldMkLst>
          <pc:docMk/>
          <pc:sldMk cId="3753350594" sldId="262"/>
        </pc:sldMkLst>
        <pc:spChg chg="mod">
          <ac:chgData name="Sami Häkkilä" userId="13070519-665d-4b55-9c42-149603270b87" providerId="ADAL" clId="{955DFE07-2D83-4314-9D5F-D05362673A09}" dt="2025-10-26T12:38:37.931" v="534" actId="20577"/>
          <ac:spMkLst>
            <pc:docMk/>
            <pc:sldMk cId="3753350594" sldId="262"/>
            <ac:spMk id="2" creationId="{00000000-0000-0000-0000-000000000000}"/>
          </ac:spMkLst>
        </pc:spChg>
        <pc:spChg chg="mod">
          <ac:chgData name="Sami Häkkilä" userId="13070519-665d-4b55-9c42-149603270b87" providerId="ADAL" clId="{955DFE07-2D83-4314-9D5F-D05362673A09}" dt="2025-10-26T20:18:27.669" v="1332" actId="20577"/>
          <ac:spMkLst>
            <pc:docMk/>
            <pc:sldMk cId="3753350594" sldId="262"/>
            <ac:spMk id="3" creationId="{00000000-0000-0000-0000-000000000000}"/>
          </ac:spMkLst>
        </pc:spChg>
        <pc:picChg chg="add mod">
          <ac:chgData name="Sami Häkkilä" userId="13070519-665d-4b55-9c42-149603270b87" providerId="ADAL" clId="{955DFE07-2D83-4314-9D5F-D05362673A09}" dt="2025-10-26T18:17:30.110" v="1214" actId="1076"/>
          <ac:picMkLst>
            <pc:docMk/>
            <pc:sldMk cId="3753350594" sldId="262"/>
            <ac:picMk id="4" creationId="{C5A43FDB-2741-3B94-BEF3-3CB5793E977F}"/>
          </ac:picMkLst>
        </pc:picChg>
      </pc:sldChg>
      <pc:sldChg chg="modSp mod">
        <pc:chgData name="Sami Häkkilä" userId="13070519-665d-4b55-9c42-149603270b87" providerId="ADAL" clId="{955DFE07-2D83-4314-9D5F-D05362673A09}" dt="2025-10-24T10:47:14.257" v="189" actId="313"/>
        <pc:sldMkLst>
          <pc:docMk/>
          <pc:sldMk cId="3303282933" sldId="263"/>
        </pc:sldMkLst>
      </pc:sldChg>
      <pc:sldChg chg="delSp modSp add mod">
        <pc:chgData name="Sami Häkkilä" userId="13070519-665d-4b55-9c42-149603270b87" providerId="ADAL" clId="{955DFE07-2D83-4314-9D5F-D05362673A09}" dt="2025-10-26T20:39:21.966" v="1353" actId="20577"/>
        <pc:sldMkLst>
          <pc:docMk/>
          <pc:sldMk cId="1124176974" sldId="265"/>
        </pc:sldMkLst>
        <pc:spChg chg="mod">
          <ac:chgData name="Sami Häkkilä" userId="13070519-665d-4b55-9c42-149603270b87" providerId="ADAL" clId="{955DFE07-2D83-4314-9D5F-D05362673A09}" dt="2025-10-26T20:39:21.966" v="1353" actId="20577"/>
          <ac:spMkLst>
            <pc:docMk/>
            <pc:sldMk cId="1124176974" sldId="265"/>
            <ac:spMk id="3" creationId="{DA1BB2E9-DFD4-2988-B289-C8551F9B98D9}"/>
          </ac:spMkLst>
        </pc:spChg>
        <pc:picChg chg="del">
          <ac:chgData name="Sami Häkkilä" userId="13070519-665d-4b55-9c42-149603270b87" providerId="ADAL" clId="{955DFE07-2D83-4314-9D5F-D05362673A09}" dt="2025-10-26T12:41:17.414" v="541" actId="478"/>
          <ac:picMkLst>
            <pc:docMk/>
            <pc:sldMk cId="1124176974" sldId="265"/>
            <ac:picMk id="4" creationId="{488C1FD6-1E7F-614D-4536-7B776DDB3948}"/>
          </ac:picMkLst>
        </pc:picChg>
      </pc:sldChg>
      <pc:sldChg chg="modSp add mod">
        <pc:chgData name="Sami Häkkilä" userId="13070519-665d-4b55-9c42-149603270b87" providerId="ADAL" clId="{955DFE07-2D83-4314-9D5F-D05362673A09}" dt="2025-10-26T12:42:02.875" v="686" actId="5793"/>
        <pc:sldMkLst>
          <pc:docMk/>
          <pc:sldMk cId="1218783682" sldId="266"/>
        </pc:sldMkLst>
        <pc:spChg chg="mod">
          <ac:chgData name="Sami Häkkilä" userId="13070519-665d-4b55-9c42-149603270b87" providerId="ADAL" clId="{955DFE07-2D83-4314-9D5F-D05362673A09}" dt="2025-10-26T12:41:56.979" v="648" actId="20577"/>
          <ac:spMkLst>
            <pc:docMk/>
            <pc:sldMk cId="1218783682" sldId="266"/>
            <ac:spMk id="2" creationId="{97C306C7-130E-265E-404D-6D20FF923487}"/>
          </ac:spMkLst>
        </pc:spChg>
        <pc:spChg chg="mod">
          <ac:chgData name="Sami Häkkilä" userId="13070519-665d-4b55-9c42-149603270b87" providerId="ADAL" clId="{955DFE07-2D83-4314-9D5F-D05362673A09}" dt="2025-10-26T12:42:02.875" v="686" actId="5793"/>
          <ac:spMkLst>
            <pc:docMk/>
            <pc:sldMk cId="1218783682" sldId="266"/>
            <ac:spMk id="3" creationId="{FDDF9FC7-559A-3F76-7C6E-D9AC5CED8CA8}"/>
          </ac:spMkLst>
        </pc:spChg>
      </pc:sldChg>
    </pc:docChg>
  </pc:docChgLst>
  <pc:docChgLst>
    <pc:chgData name="Muhammad Huzaifa" userId="S::mhuzaifa25@student.oulu.fi::89bc0bca-74e8-4fe7-933e-c42773c4eca8" providerId="AD" clId="Web-{89238E5C-32BD-552D-1E0C-E21FA655D6FC}"/>
    <pc:docChg chg="modSld">
      <pc:chgData name="Muhammad Huzaifa" userId="S::mhuzaifa25@student.oulu.fi::89bc0bca-74e8-4fe7-933e-c42773c4eca8" providerId="AD" clId="Web-{89238E5C-32BD-552D-1E0C-E21FA655D6FC}" dt="2025-10-21T19:42:02.173" v="28" actId="20577"/>
      <pc:docMkLst>
        <pc:docMk/>
      </pc:docMkLst>
      <pc:sldChg chg="modSp">
        <pc:chgData name="Muhammad Huzaifa" userId="S::mhuzaifa25@student.oulu.fi::89bc0bca-74e8-4fe7-933e-c42773c4eca8" providerId="AD" clId="Web-{89238E5C-32BD-552D-1E0C-E21FA655D6FC}" dt="2025-10-21T19:20:00.022" v="10" actId="20577"/>
        <pc:sldMkLst>
          <pc:docMk/>
          <pc:sldMk cId="2239959975" sldId="256"/>
        </pc:sldMkLst>
        <pc:spChg chg="mod">
          <ac:chgData name="Muhammad Huzaifa" userId="S::mhuzaifa25@student.oulu.fi::89bc0bca-74e8-4fe7-933e-c42773c4eca8" providerId="AD" clId="Web-{89238E5C-32BD-552D-1E0C-E21FA655D6FC}" dt="2025-10-21T19:20:00.022" v="10" actId="20577"/>
          <ac:spMkLst>
            <pc:docMk/>
            <pc:sldMk cId="2239959975" sldId="256"/>
            <ac:spMk id="2" creationId="{00000000-0000-0000-0000-000000000000}"/>
          </ac:spMkLst>
        </pc:spChg>
      </pc:sldChg>
      <pc:sldChg chg="modSp">
        <pc:chgData name="Muhammad Huzaifa" userId="S::mhuzaifa25@student.oulu.fi::89bc0bca-74e8-4fe7-933e-c42773c4eca8" providerId="AD" clId="Web-{89238E5C-32BD-552D-1E0C-E21FA655D6FC}" dt="2025-10-21T19:42:02.173" v="28" actId="20577"/>
        <pc:sldMkLst>
          <pc:docMk/>
          <pc:sldMk cId="3597578599" sldId="257"/>
        </pc:sldMkLst>
        <pc:spChg chg="mod">
          <ac:chgData name="Muhammad Huzaifa" userId="S::mhuzaifa25@student.oulu.fi::89bc0bca-74e8-4fe7-933e-c42773c4eca8" providerId="AD" clId="Web-{89238E5C-32BD-552D-1E0C-E21FA655D6FC}" dt="2025-10-21T19:42:02.173" v="28" actId="20577"/>
          <ac:spMkLst>
            <pc:docMk/>
            <pc:sldMk cId="3597578599" sldId="257"/>
            <ac:spMk id="3" creationId="{00000000-0000-0000-0000-000000000000}"/>
          </ac:spMkLst>
        </pc:spChg>
      </pc:sldChg>
    </pc:docChg>
  </pc:docChgLst>
  <pc:docChgLst>
    <pc:chgData name="Syed Mahim" userId="S::smahim25@student.oulu.fi::e2297ca2-9050-4004-89a1-df0fa419486f" providerId="AD" clId="Web-{15FA0054-2BA5-975B-C6C0-7A2EBB98D556}"/>
    <pc:docChg chg="modSld">
      <pc:chgData name="Syed Mahim" userId="S::smahim25@student.oulu.fi::e2297ca2-9050-4004-89a1-df0fa419486f" providerId="AD" clId="Web-{15FA0054-2BA5-975B-C6C0-7A2EBB98D556}" dt="2025-10-24T11:03:16.501" v="69" actId="20577"/>
      <pc:docMkLst>
        <pc:docMk/>
      </pc:docMkLst>
      <pc:sldChg chg="modSp">
        <pc:chgData name="Syed Mahim" userId="S::smahim25@student.oulu.fi::e2297ca2-9050-4004-89a1-df0fa419486f" providerId="AD" clId="Web-{15FA0054-2BA5-975B-C6C0-7A2EBB98D556}" dt="2025-10-24T11:03:16.501" v="69" actId="20577"/>
        <pc:sldMkLst>
          <pc:docMk/>
          <pc:sldMk cId="3597578599" sldId="257"/>
        </pc:sldMkLst>
        <pc:spChg chg="mod">
          <ac:chgData name="Syed Mahim" userId="S::smahim25@student.oulu.fi::e2297ca2-9050-4004-89a1-df0fa419486f" providerId="AD" clId="Web-{15FA0054-2BA5-975B-C6C0-7A2EBB98D556}" dt="2025-10-24T11:03:16.501" v="69" actId="20577"/>
          <ac:spMkLst>
            <pc:docMk/>
            <pc:sldMk cId="3597578599" sldId="257"/>
            <ac:spMk id="3" creationId="{00000000-0000-0000-0000-000000000000}"/>
          </ac:spMkLst>
        </pc:spChg>
      </pc:sldChg>
      <pc:sldChg chg="modSp">
        <pc:chgData name="Syed Mahim" userId="S::smahim25@student.oulu.fi::e2297ca2-9050-4004-89a1-df0fa419486f" providerId="AD" clId="Web-{15FA0054-2BA5-975B-C6C0-7A2EBB98D556}" dt="2025-10-24T11:02:15.702" v="47" actId="14100"/>
        <pc:sldMkLst>
          <pc:docMk/>
          <pc:sldMk cId="3303282933" sldId="263"/>
        </pc:sldMkLst>
      </pc:sldChg>
    </pc:docChg>
  </pc:docChgLst>
  <pc:docChgLst>
    <pc:chgData name="Sami Häkkilä" userId="S::shakkila20@univ.yo.oulu.fi::13070519-665d-4b55-9c42-149603270b87" providerId="AD" clId="Web-{A4A44E3A-1F16-45A2-A092-6FC852466216}"/>
    <pc:docChg chg="modSld">
      <pc:chgData name="Sami Häkkilä" userId="S::shakkila20@univ.yo.oulu.fi::13070519-665d-4b55-9c42-149603270b87" providerId="AD" clId="Web-{A4A44E3A-1F16-45A2-A092-6FC852466216}" dt="2025-10-24T10:41:12.308" v="401" actId="20577"/>
      <pc:docMkLst>
        <pc:docMk/>
      </pc:docMkLst>
      <pc:sldChg chg="modSp">
        <pc:chgData name="Sami Häkkilä" userId="S::shakkila20@univ.yo.oulu.fi::13070519-665d-4b55-9c42-149603270b87" providerId="AD" clId="Web-{A4A44E3A-1F16-45A2-A092-6FC852466216}" dt="2025-10-24T10:31:33.955" v="29" actId="20577"/>
        <pc:sldMkLst>
          <pc:docMk/>
          <pc:sldMk cId="3597578599" sldId="257"/>
        </pc:sldMkLst>
        <pc:spChg chg="mod">
          <ac:chgData name="Sami Häkkilä" userId="S::shakkila20@univ.yo.oulu.fi::13070519-665d-4b55-9c42-149603270b87" providerId="AD" clId="Web-{A4A44E3A-1F16-45A2-A092-6FC852466216}" dt="2025-10-24T10:31:33.955" v="29" actId="20577"/>
          <ac:spMkLst>
            <pc:docMk/>
            <pc:sldMk cId="3597578599" sldId="257"/>
            <ac:spMk id="3" creationId="{00000000-0000-0000-0000-000000000000}"/>
          </ac:spMkLst>
        </pc:spChg>
      </pc:sldChg>
      <pc:sldChg chg="modSp">
        <pc:chgData name="Sami Häkkilä" userId="S::shakkila20@univ.yo.oulu.fi::13070519-665d-4b55-9c42-149603270b87" providerId="AD" clId="Web-{A4A44E3A-1F16-45A2-A092-6FC852466216}" dt="2025-10-24T10:40:21.198" v="344" actId="20577"/>
        <pc:sldMkLst>
          <pc:docMk/>
          <pc:sldMk cId="3965263695" sldId="258"/>
        </pc:sldMkLst>
        <pc:spChg chg="mod">
          <ac:chgData name="Sami Häkkilä" userId="S::shakkila20@univ.yo.oulu.fi::13070519-665d-4b55-9c42-149603270b87" providerId="AD" clId="Web-{A4A44E3A-1F16-45A2-A092-6FC852466216}" dt="2025-10-24T10:33:44.942" v="35" actId="20577"/>
          <ac:spMkLst>
            <pc:docMk/>
            <pc:sldMk cId="3965263695" sldId="258"/>
            <ac:spMk id="2" creationId="{00000000-0000-0000-0000-000000000000}"/>
          </ac:spMkLst>
        </pc:spChg>
        <pc:spChg chg="mod">
          <ac:chgData name="Sami Häkkilä" userId="S::shakkila20@univ.yo.oulu.fi::13070519-665d-4b55-9c42-149603270b87" providerId="AD" clId="Web-{A4A44E3A-1F16-45A2-A092-6FC852466216}" dt="2025-10-24T10:40:21.198" v="344" actId="20577"/>
          <ac:spMkLst>
            <pc:docMk/>
            <pc:sldMk cId="3965263695" sldId="258"/>
            <ac:spMk id="3" creationId="{00000000-0000-0000-0000-000000000000}"/>
          </ac:spMkLst>
        </pc:spChg>
      </pc:sldChg>
      <pc:sldChg chg="modSp">
        <pc:chgData name="Sami Häkkilä" userId="S::shakkila20@univ.yo.oulu.fi::13070519-665d-4b55-9c42-149603270b87" providerId="AD" clId="Web-{A4A44E3A-1F16-45A2-A092-6FC852466216}" dt="2025-10-24T10:41:12.308" v="401" actId="20577"/>
        <pc:sldMkLst>
          <pc:docMk/>
          <pc:sldMk cId="3303282933" sldId="263"/>
        </pc:sldMkLst>
      </pc:sldChg>
    </pc:docChg>
  </pc:docChgLst>
  <pc:docChgLst>
    <pc:chgData name="Muhammad Huzaifa" userId="S::mhuzaifa25@student.oulu.fi::89bc0bca-74e8-4fe7-933e-c42773c4eca8" providerId="AD" clId="Web-{AACA405D-3C7D-79AE-BFF8-C5B478EEA940}"/>
    <pc:docChg chg="addSld modSld">
      <pc:chgData name="Muhammad Huzaifa" userId="S::mhuzaifa25@student.oulu.fi::89bc0bca-74e8-4fe7-933e-c42773c4eca8" providerId="AD" clId="Web-{AACA405D-3C7D-79AE-BFF8-C5B478EEA940}" dt="2025-10-25T14:57:41.981" v="490"/>
      <pc:docMkLst>
        <pc:docMk/>
      </pc:docMkLst>
      <pc:sldChg chg="addSp delSp modSp">
        <pc:chgData name="Muhammad Huzaifa" userId="S::mhuzaifa25@student.oulu.fi::89bc0bca-74e8-4fe7-933e-c42773c4eca8" providerId="AD" clId="Web-{AACA405D-3C7D-79AE-BFF8-C5B478EEA940}" dt="2025-10-25T14:42:32.961" v="93" actId="1076"/>
        <pc:sldMkLst>
          <pc:docMk/>
          <pc:sldMk cId="5128451" sldId="259"/>
        </pc:sldMkLst>
        <pc:spChg chg="mod">
          <ac:chgData name="Muhammad Huzaifa" userId="S::mhuzaifa25@student.oulu.fi::89bc0bca-74e8-4fe7-933e-c42773c4eca8" providerId="AD" clId="Web-{AACA405D-3C7D-79AE-BFF8-C5B478EEA940}" dt="2025-10-25T14:39:39.583" v="56" actId="20577"/>
          <ac:spMkLst>
            <pc:docMk/>
            <pc:sldMk cId="5128451" sldId="259"/>
            <ac:spMk id="3" creationId="{00000000-0000-0000-0000-000000000000}"/>
          </ac:spMkLst>
        </pc:spChg>
        <pc:picChg chg="add del mod">
          <ac:chgData name="Muhammad Huzaifa" userId="S::mhuzaifa25@student.oulu.fi::89bc0bca-74e8-4fe7-933e-c42773c4eca8" providerId="AD" clId="Web-{AACA405D-3C7D-79AE-BFF8-C5B478EEA940}" dt="2025-10-25T14:42:22.242" v="89" actId="1076"/>
          <ac:picMkLst>
            <pc:docMk/>
            <pc:sldMk cId="5128451" sldId="259"/>
            <ac:picMk id="5" creationId="{EF7D96EC-7B9A-F68A-7DF3-5F459AB679E0}"/>
          </ac:picMkLst>
        </pc:picChg>
        <pc:picChg chg="add mod">
          <ac:chgData name="Muhammad Huzaifa" userId="S::mhuzaifa25@student.oulu.fi::89bc0bca-74e8-4fe7-933e-c42773c4eca8" providerId="AD" clId="Web-{AACA405D-3C7D-79AE-BFF8-C5B478EEA940}" dt="2025-10-25T14:42:32.961" v="93" actId="1076"/>
          <ac:picMkLst>
            <pc:docMk/>
            <pc:sldMk cId="5128451" sldId="259"/>
            <ac:picMk id="6" creationId="{B65B973F-DF2D-7D58-E8C9-6CAB33AE7325}"/>
          </ac:picMkLst>
        </pc:picChg>
        <pc:picChg chg="add mod">
          <ac:chgData name="Muhammad Huzaifa" userId="S::mhuzaifa25@student.oulu.fi::89bc0bca-74e8-4fe7-933e-c42773c4eca8" providerId="AD" clId="Web-{AACA405D-3C7D-79AE-BFF8-C5B478EEA940}" dt="2025-10-25T14:42:28.851" v="92" actId="14100"/>
          <ac:picMkLst>
            <pc:docMk/>
            <pc:sldMk cId="5128451" sldId="259"/>
            <ac:picMk id="8" creationId="{446638C8-7CAF-AC57-F485-50068BD271A3}"/>
          </ac:picMkLst>
        </pc:picChg>
      </pc:sldChg>
      <pc:sldChg chg="addSp delSp modSp">
        <pc:chgData name="Muhammad Huzaifa" userId="S::mhuzaifa25@student.oulu.fi::89bc0bca-74e8-4fe7-933e-c42773c4eca8" providerId="AD" clId="Web-{AACA405D-3C7D-79AE-BFF8-C5B478EEA940}" dt="2025-10-25T14:47:15.057" v="109" actId="1076"/>
        <pc:sldMkLst>
          <pc:docMk/>
          <pc:sldMk cId="2556693540" sldId="260"/>
        </pc:sldMkLst>
        <pc:spChg chg="mod">
          <ac:chgData name="Muhammad Huzaifa" userId="S::mhuzaifa25@student.oulu.fi::89bc0bca-74e8-4fe7-933e-c42773c4eca8" providerId="AD" clId="Web-{AACA405D-3C7D-79AE-BFF8-C5B478EEA940}" dt="2025-10-25T14:47:10.588" v="108" actId="20577"/>
          <ac:spMkLst>
            <pc:docMk/>
            <pc:sldMk cId="2556693540" sldId="260"/>
            <ac:spMk id="2" creationId="{00000000-0000-0000-0000-000000000000}"/>
          </ac:spMkLst>
        </pc:spChg>
        <pc:picChg chg="add mod ord">
          <ac:chgData name="Muhammad Huzaifa" userId="S::mhuzaifa25@student.oulu.fi::89bc0bca-74e8-4fe7-933e-c42773c4eca8" providerId="AD" clId="Web-{AACA405D-3C7D-79AE-BFF8-C5B478EEA940}" dt="2025-10-25T14:47:15.057" v="109" actId="1076"/>
          <ac:picMkLst>
            <pc:docMk/>
            <pc:sldMk cId="2556693540" sldId="260"/>
            <ac:picMk id="9" creationId="{8BF05865-53F5-C6BF-3CE9-BEE9E832727E}"/>
          </ac:picMkLst>
        </pc:picChg>
      </pc:sldChg>
      <pc:sldChg chg="addSp delSp modSp">
        <pc:chgData name="Muhammad Huzaifa" userId="S::mhuzaifa25@student.oulu.fi::89bc0bca-74e8-4fe7-933e-c42773c4eca8" providerId="AD" clId="Web-{AACA405D-3C7D-79AE-BFF8-C5B478EEA940}" dt="2025-10-25T14:57:41.981" v="490"/>
        <pc:sldMkLst>
          <pc:docMk/>
          <pc:sldMk cId="3303282933" sldId="263"/>
        </pc:sldMkLst>
        <pc:graphicFrameChg chg="add mod ord modGraphic">
          <ac:chgData name="Muhammad Huzaifa" userId="S::mhuzaifa25@student.oulu.fi::89bc0bca-74e8-4fe7-933e-c42773c4eca8" providerId="AD" clId="Web-{AACA405D-3C7D-79AE-BFF8-C5B478EEA940}" dt="2025-10-25T14:57:41.981" v="490"/>
          <ac:graphicFrameMkLst>
            <pc:docMk/>
            <pc:sldMk cId="3303282933" sldId="263"/>
            <ac:graphicFrameMk id="6" creationId="{E1985EC6-3561-3311-7C5A-38DC001C553C}"/>
          </ac:graphicFrameMkLst>
        </pc:graphicFrameChg>
      </pc:sldChg>
      <pc:sldChg chg="modSp add replId">
        <pc:chgData name="Muhammad Huzaifa" userId="S::mhuzaifa25@student.oulu.fi::89bc0bca-74e8-4fe7-933e-c42773c4eca8" providerId="AD" clId="Web-{AACA405D-3C7D-79AE-BFF8-C5B478EEA940}" dt="2025-10-25T14:51:24.115" v="211" actId="20577"/>
        <pc:sldMkLst>
          <pc:docMk/>
          <pc:sldMk cId="3558128804" sldId="264"/>
        </pc:sldMkLst>
        <pc:spChg chg="mod">
          <ac:chgData name="Muhammad Huzaifa" userId="S::mhuzaifa25@student.oulu.fi::89bc0bca-74e8-4fe7-933e-c42773c4eca8" providerId="AD" clId="Web-{AACA405D-3C7D-79AE-BFF8-C5B478EEA940}" dt="2025-10-25T14:51:24.115" v="211" actId="20577"/>
          <ac:spMkLst>
            <pc:docMk/>
            <pc:sldMk cId="3558128804" sldId="264"/>
            <ac:spMk id="3" creationId="{B84030FE-BFEA-1E1E-1D9A-2DB9774358CA}"/>
          </ac:spMkLst>
        </pc:spChg>
      </pc:sldChg>
    </pc:docChg>
  </pc:docChgLst>
  <pc:docChgLst>
    <pc:chgData name="Muhammad Huzaifa" userId="S::mhuzaifa25@student.oulu.fi::89bc0bca-74e8-4fe7-933e-c42773c4eca8" providerId="AD" clId="Web-{C6BDEC03-A13D-84F9-9681-0DA888EAD39C}"/>
    <pc:docChg chg="modSld">
      <pc:chgData name="Muhammad Huzaifa" userId="S::mhuzaifa25@student.oulu.fi::89bc0bca-74e8-4fe7-933e-c42773c4eca8" providerId="AD" clId="Web-{C6BDEC03-A13D-84F9-9681-0DA888EAD39C}" dt="2025-10-24T08:46:49.177" v="150" actId="20577"/>
      <pc:docMkLst>
        <pc:docMk/>
      </pc:docMkLst>
      <pc:sldChg chg="modSp">
        <pc:chgData name="Muhammad Huzaifa" userId="S::mhuzaifa25@student.oulu.fi::89bc0bca-74e8-4fe7-933e-c42773c4eca8" providerId="AD" clId="Web-{C6BDEC03-A13D-84F9-9681-0DA888EAD39C}" dt="2025-10-24T08:42:31.645" v="43" actId="20577"/>
        <pc:sldMkLst>
          <pc:docMk/>
          <pc:sldMk cId="2239959975" sldId="256"/>
        </pc:sldMkLst>
        <pc:spChg chg="mod">
          <ac:chgData name="Muhammad Huzaifa" userId="S::mhuzaifa25@student.oulu.fi::89bc0bca-74e8-4fe7-933e-c42773c4eca8" providerId="AD" clId="Web-{C6BDEC03-A13D-84F9-9681-0DA888EAD39C}" dt="2025-10-24T08:42:31.645" v="43" actId="20577"/>
          <ac:spMkLst>
            <pc:docMk/>
            <pc:sldMk cId="2239959975" sldId="256"/>
            <ac:spMk id="2" creationId="{00000000-0000-0000-0000-000000000000}"/>
          </ac:spMkLst>
        </pc:spChg>
      </pc:sldChg>
      <pc:sldChg chg="modSp">
        <pc:chgData name="Muhammad Huzaifa" userId="S::mhuzaifa25@student.oulu.fi::89bc0bca-74e8-4fe7-933e-c42773c4eca8" providerId="AD" clId="Web-{C6BDEC03-A13D-84F9-9681-0DA888EAD39C}" dt="2025-10-24T08:40:43.925" v="23" actId="20577"/>
        <pc:sldMkLst>
          <pc:docMk/>
          <pc:sldMk cId="3597578599" sldId="257"/>
        </pc:sldMkLst>
        <pc:spChg chg="mod">
          <ac:chgData name="Muhammad Huzaifa" userId="S::mhuzaifa25@student.oulu.fi::89bc0bca-74e8-4fe7-933e-c42773c4eca8" providerId="AD" clId="Web-{C6BDEC03-A13D-84F9-9681-0DA888EAD39C}" dt="2025-10-24T08:40:43.925" v="23" actId="20577"/>
          <ac:spMkLst>
            <pc:docMk/>
            <pc:sldMk cId="3597578599" sldId="257"/>
            <ac:spMk id="3" creationId="{00000000-0000-0000-0000-000000000000}"/>
          </ac:spMkLst>
        </pc:spChg>
      </pc:sldChg>
      <pc:sldChg chg="modSp">
        <pc:chgData name="Muhammad Huzaifa" userId="S::mhuzaifa25@student.oulu.fi::89bc0bca-74e8-4fe7-933e-c42773c4eca8" providerId="AD" clId="Web-{C6BDEC03-A13D-84F9-9681-0DA888EAD39C}" dt="2025-10-24T08:42:06.863" v="39" actId="20577"/>
        <pc:sldMkLst>
          <pc:docMk/>
          <pc:sldMk cId="5128451" sldId="259"/>
        </pc:sldMkLst>
        <pc:spChg chg="mod">
          <ac:chgData name="Muhammad Huzaifa" userId="S::mhuzaifa25@student.oulu.fi::89bc0bca-74e8-4fe7-933e-c42773c4eca8" providerId="AD" clId="Web-{C6BDEC03-A13D-84F9-9681-0DA888EAD39C}" dt="2025-10-24T08:42:06.863" v="39" actId="20577"/>
          <ac:spMkLst>
            <pc:docMk/>
            <pc:sldMk cId="5128451" sldId="259"/>
            <ac:spMk id="3" creationId="{00000000-0000-0000-0000-000000000000}"/>
          </ac:spMkLst>
        </pc:spChg>
      </pc:sldChg>
      <pc:sldChg chg="modSp">
        <pc:chgData name="Muhammad Huzaifa" userId="S::mhuzaifa25@student.oulu.fi::89bc0bca-74e8-4fe7-933e-c42773c4eca8" providerId="AD" clId="Web-{C6BDEC03-A13D-84F9-9681-0DA888EAD39C}" dt="2025-10-24T08:46:49.177" v="150" actId="20577"/>
        <pc:sldMkLst>
          <pc:docMk/>
          <pc:sldMk cId="2556693540" sldId="260"/>
        </pc:sldMkLst>
      </pc:sldChg>
    </pc:docChg>
  </pc:docChgLst>
  <pc:docChgLst>
    <pc:chgData name="Muhammad Huzaifa" userId="S::mhuzaifa25@student.oulu.fi::89bc0bca-74e8-4fe7-933e-c42773c4eca8" providerId="AD" clId="Web-{C1056FF8-7873-0B55-435C-E474D8542208}"/>
    <pc:docChg chg="addSld delSld modSld sldOrd">
      <pc:chgData name="Muhammad Huzaifa" userId="S::mhuzaifa25@student.oulu.fi::89bc0bca-74e8-4fe7-933e-c42773c4eca8" providerId="AD" clId="Web-{C1056FF8-7873-0B55-435C-E474D8542208}" dt="2025-10-27T10:24:06.198" v="1001" actId="20577"/>
      <pc:docMkLst>
        <pc:docMk/>
      </pc:docMkLst>
      <pc:sldChg chg="addSp delSp modSp mod setBg">
        <pc:chgData name="Muhammad Huzaifa" userId="S::mhuzaifa25@student.oulu.fi::89bc0bca-74e8-4fe7-933e-c42773c4eca8" providerId="AD" clId="Web-{C1056FF8-7873-0B55-435C-E474D8542208}" dt="2025-10-27T08:29:38.459" v="992"/>
        <pc:sldMkLst>
          <pc:docMk/>
          <pc:sldMk cId="2239959975" sldId="256"/>
        </pc:sldMkLst>
        <pc:spChg chg="mod">
          <ac:chgData name="Muhammad Huzaifa" userId="S::mhuzaifa25@student.oulu.fi::89bc0bca-74e8-4fe7-933e-c42773c4eca8" providerId="AD" clId="Web-{C1056FF8-7873-0B55-435C-E474D8542208}" dt="2025-10-27T08:29:38.459" v="992"/>
          <ac:spMkLst>
            <pc:docMk/>
            <pc:sldMk cId="2239959975" sldId="256"/>
            <ac:spMk id="2" creationId="{00000000-0000-0000-0000-000000000000}"/>
          </ac:spMkLst>
        </pc:spChg>
        <pc:spChg chg="mod">
          <ac:chgData name="Muhammad Huzaifa" userId="S::mhuzaifa25@student.oulu.fi::89bc0bca-74e8-4fe7-933e-c42773c4eca8" providerId="AD" clId="Web-{C1056FF8-7873-0B55-435C-E474D8542208}" dt="2025-10-27T08:29:38.459" v="992"/>
          <ac:spMkLst>
            <pc:docMk/>
            <pc:sldMk cId="2239959975" sldId="256"/>
            <ac:spMk id="3" creationId="{00000000-0000-0000-0000-000000000000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6:40.848" v="491"/>
          <ac:spMkLst>
            <pc:docMk/>
            <pc:sldMk cId="2239959975" sldId="256"/>
            <ac:spMk id="6" creationId="{A3363022-C969-41E9-8EB2-E4C94908C1FA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8" creationId="{6F5A5072-7B47-4D32-B52A-4EBBF590B8A5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18.746" v="70"/>
          <ac:spMkLst>
            <pc:docMk/>
            <pc:sldMk cId="2239959975" sldId="256"/>
            <ac:spMk id="9" creationId="{C1DD1A8A-57D5-4A81-AD04-532B043C5611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10" creationId="{9715DAF0-AE1B-46C9-8A6B-DB2AA05AB91D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18.746" v="70"/>
          <ac:spMkLst>
            <pc:docMk/>
            <pc:sldMk cId="2239959975" sldId="256"/>
            <ac:spMk id="11" creationId="{007891EC-4501-44ED-A8C8-B11B6DB767AB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12" creationId="{6016219D-510E-4184-9090-6D5578A87BD1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6:40.848" v="491"/>
          <ac:spMkLst>
            <pc:docMk/>
            <pc:sldMk cId="2239959975" sldId="256"/>
            <ac:spMk id="13" creationId="{8D1AD6B3-BE88-4CEB-BA17-790657CC4729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14" creationId="{AFF4A713-7B75-4B21-90D7-5AB19547C728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16" creationId="{DC631C0B-6DA6-4E57-8231-CE32B3434A7E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27:27.340" v="72"/>
          <ac:spMkLst>
            <pc:docMk/>
            <pc:sldMk cId="2239959975" sldId="256"/>
            <ac:spMk id="18" creationId="{C29501E6-A978-4A61-9689-9085AF97A53A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7T08:29:38.459" v="992"/>
          <ac:spMkLst>
            <pc:docMk/>
            <pc:sldMk cId="2239959975" sldId="256"/>
            <ac:spMk id="20" creationId="{A3363022-C969-41E9-8EB2-E4C94908C1FA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7T08:29:38.459" v="992"/>
          <ac:spMkLst>
            <pc:docMk/>
            <pc:sldMk cId="2239959975" sldId="256"/>
            <ac:spMk id="21" creationId="{8D1AD6B3-BE88-4CEB-BA17-790657CC4729}"/>
          </ac:spMkLst>
        </pc:spChg>
        <pc:grpChg chg="add del">
          <ac:chgData name="Muhammad Huzaifa" userId="S::mhuzaifa25@student.oulu.fi::89bc0bca-74e8-4fe7-933e-c42773c4eca8" providerId="AD" clId="Web-{C1056FF8-7873-0B55-435C-E474D8542208}" dt="2025-10-26T20:56:40.848" v="491"/>
          <ac:grpSpMkLst>
            <pc:docMk/>
            <pc:sldMk cId="2239959975" sldId="256"/>
            <ac:grpSpMk id="19" creationId="{89D1390B-7E13-4B4F-9CB2-391063412E54}"/>
          </ac:grpSpMkLst>
        </pc:grpChg>
        <pc:grpChg chg="add del">
          <ac:chgData name="Muhammad Huzaifa" userId="S::mhuzaifa25@student.oulu.fi::89bc0bca-74e8-4fe7-933e-c42773c4eca8" providerId="AD" clId="Web-{C1056FF8-7873-0B55-435C-E474D8542208}" dt="2025-10-27T08:29:38.459" v="992"/>
          <ac:grpSpMkLst>
            <pc:docMk/>
            <pc:sldMk cId="2239959975" sldId="256"/>
            <ac:grpSpMk id="23" creationId="{89D1390B-7E13-4B4F-9CB2-391063412E54}"/>
          </ac:grpSpMkLst>
        </pc:grpChg>
        <pc:picChg chg="add del">
          <ac:chgData name="Muhammad Huzaifa" userId="S::mhuzaifa25@student.oulu.fi::89bc0bca-74e8-4fe7-933e-c42773c4eca8" providerId="AD" clId="Web-{C1056FF8-7873-0B55-435C-E474D8542208}" dt="2025-10-26T20:27:18.746" v="70"/>
          <ac:picMkLst>
            <pc:docMk/>
            <pc:sldMk cId="2239959975" sldId="256"/>
            <ac:picMk id="5" creationId="{69EDA8A7-3417-9EA8-CCBF-7D92271E4DA4}"/>
          </ac:picMkLst>
        </pc:picChg>
        <pc:picChg chg="add del">
          <ac:chgData name="Muhammad Huzaifa" userId="S::mhuzaifa25@student.oulu.fi::89bc0bca-74e8-4fe7-933e-c42773c4eca8" providerId="AD" clId="Web-{C1056FF8-7873-0B55-435C-E474D8542208}" dt="2025-10-26T20:56:40.848" v="491"/>
          <ac:picMkLst>
            <pc:docMk/>
            <pc:sldMk cId="2239959975" sldId="256"/>
            <ac:picMk id="7" creationId="{E2772052-1321-D710-1AEA-44917358C8FF}"/>
          </ac:picMkLst>
        </pc:picChg>
        <pc:picChg chg="add del">
          <ac:chgData name="Muhammad Huzaifa" userId="S::mhuzaifa25@student.oulu.fi::89bc0bca-74e8-4fe7-933e-c42773c4eca8" providerId="AD" clId="Web-{C1056FF8-7873-0B55-435C-E474D8542208}" dt="2025-10-27T08:29:38.459" v="992"/>
          <ac:picMkLst>
            <pc:docMk/>
            <pc:sldMk cId="2239959975" sldId="256"/>
            <ac:picMk id="22" creationId="{003E8BE9-86B3-FCFB-7F6A-57E7736B77E1}"/>
          </ac:picMkLst>
        </pc:picChg>
      </pc:sldChg>
      <pc:sldChg chg="modSp">
        <pc:chgData name="Muhammad Huzaifa" userId="S::mhuzaifa25@student.oulu.fi::89bc0bca-74e8-4fe7-933e-c42773c4eca8" providerId="AD" clId="Web-{C1056FF8-7873-0B55-435C-E474D8542208}" dt="2025-10-26T20:55:57.817" v="489" actId="20577"/>
        <pc:sldMkLst>
          <pc:docMk/>
          <pc:sldMk cId="3597578599" sldId="257"/>
        </pc:sldMkLst>
        <pc:spChg chg="mod">
          <ac:chgData name="Muhammad Huzaifa" userId="S::mhuzaifa25@student.oulu.fi::89bc0bca-74e8-4fe7-933e-c42773c4eca8" providerId="AD" clId="Web-{C1056FF8-7873-0B55-435C-E474D8542208}" dt="2025-10-26T20:26:00.964" v="4" actId="20577"/>
          <ac:spMkLst>
            <pc:docMk/>
            <pc:sldMk cId="3597578599" sldId="257"/>
            <ac:spMk id="2" creationId="{00000000-0000-0000-0000-000000000000}"/>
          </ac:spMkLst>
        </pc:spChg>
        <pc:spChg chg="mod">
          <ac:chgData name="Muhammad Huzaifa" userId="S::mhuzaifa25@student.oulu.fi::89bc0bca-74e8-4fe7-933e-c42773c4eca8" providerId="AD" clId="Web-{C1056FF8-7873-0B55-435C-E474D8542208}" dt="2025-10-26T20:55:57.817" v="489" actId="20577"/>
          <ac:spMkLst>
            <pc:docMk/>
            <pc:sldMk cId="3597578599" sldId="257"/>
            <ac:spMk id="3" creationId="{00000000-0000-0000-0000-000000000000}"/>
          </ac:spMkLst>
        </pc:spChg>
      </pc:sldChg>
      <pc:sldChg chg="addSp delSp modSp mod setBg">
        <pc:chgData name="Muhammad Huzaifa" userId="S::mhuzaifa25@student.oulu.fi::89bc0bca-74e8-4fe7-933e-c42773c4eca8" providerId="AD" clId="Web-{C1056FF8-7873-0B55-435C-E474D8542208}" dt="2025-10-26T20:57:15.927" v="495"/>
        <pc:sldMkLst>
          <pc:docMk/>
          <pc:sldMk cId="3965263695" sldId="258"/>
        </pc:sldMkLst>
        <pc:spChg chg="mod">
          <ac:chgData name="Muhammad Huzaifa" userId="S::mhuzaifa25@student.oulu.fi::89bc0bca-74e8-4fe7-933e-c42773c4eca8" providerId="AD" clId="Web-{C1056FF8-7873-0B55-435C-E474D8542208}" dt="2025-10-26T20:57:15.927" v="495"/>
          <ac:spMkLst>
            <pc:docMk/>
            <pc:sldMk cId="3965263695" sldId="258"/>
            <ac:spMk id="2" creationId="{00000000-0000-0000-0000-000000000000}"/>
          </ac:spMkLst>
        </pc:spChg>
        <pc:spChg chg="mod">
          <ac:chgData name="Muhammad Huzaifa" userId="S::mhuzaifa25@student.oulu.fi::89bc0bca-74e8-4fe7-933e-c42773c4eca8" providerId="AD" clId="Web-{C1056FF8-7873-0B55-435C-E474D8542208}" dt="2025-10-26T20:57:15.927" v="495"/>
          <ac:spMkLst>
            <pc:docMk/>
            <pc:sldMk cId="3965263695" sldId="258"/>
            <ac:spMk id="3" creationId="{00000000-0000-0000-0000-000000000000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7:15.927" v="495"/>
          <ac:spMkLst>
            <pc:docMk/>
            <pc:sldMk cId="3965263695" sldId="258"/>
            <ac:spMk id="9" creationId="{8D1AA55E-40D5-461B-A5A8-4AE8AAB71B08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7:15.927" v="495"/>
          <ac:spMkLst>
            <pc:docMk/>
            <pc:sldMk cId="3965263695" sldId="258"/>
            <ac:spMk id="13" creationId="{6CB927A4-E432-4310-9CD5-E89FF5063179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7:15.927" v="495"/>
          <ac:spMkLst>
            <pc:docMk/>
            <pc:sldMk cId="3965263695" sldId="258"/>
            <ac:spMk id="15" creationId="{E3020543-B24B-4EC4-8FFC-8DD88EEA91A8}"/>
          </ac:spMkLst>
        </pc:spChg>
        <pc:picChg chg="mod">
          <ac:chgData name="Muhammad Huzaifa" userId="S::mhuzaifa25@student.oulu.fi::89bc0bca-74e8-4fe7-933e-c42773c4eca8" providerId="AD" clId="Web-{C1056FF8-7873-0B55-435C-E474D8542208}" dt="2025-10-26T20:57:15.927" v="495"/>
          <ac:picMkLst>
            <pc:docMk/>
            <pc:sldMk cId="3965263695" sldId="258"/>
            <ac:picMk id="4" creationId="{F498D7F0-D010-2D22-2274-EE2A99BBE8EA}"/>
          </ac:picMkLst>
        </pc:picChg>
        <pc:cxnChg chg="add del">
          <ac:chgData name="Muhammad Huzaifa" userId="S::mhuzaifa25@student.oulu.fi::89bc0bca-74e8-4fe7-933e-c42773c4eca8" providerId="AD" clId="Web-{C1056FF8-7873-0B55-435C-E474D8542208}" dt="2025-10-26T20:57:15.927" v="495"/>
          <ac:cxnSpMkLst>
            <pc:docMk/>
            <pc:sldMk cId="3965263695" sldId="258"/>
            <ac:cxnSpMk id="11" creationId="{7EB498BD-8089-4626-91EA-4978EBEF535E}"/>
          </ac:cxnSpMkLst>
        </pc:cxnChg>
      </pc:sldChg>
      <pc:sldChg chg="addSp modSp ord">
        <pc:chgData name="Muhammad Huzaifa" userId="S::mhuzaifa25@student.oulu.fi::89bc0bca-74e8-4fe7-933e-c42773c4eca8" providerId="AD" clId="Web-{C1056FF8-7873-0B55-435C-E474D8542208}" dt="2025-10-26T21:16:28.074" v="990" actId="1076"/>
        <pc:sldMkLst>
          <pc:docMk/>
          <pc:sldMk cId="5128451" sldId="259"/>
        </pc:sldMkLst>
        <pc:spChg chg="mod">
          <ac:chgData name="Muhammad Huzaifa" userId="S::mhuzaifa25@student.oulu.fi::89bc0bca-74e8-4fe7-933e-c42773c4eca8" providerId="AD" clId="Web-{C1056FF8-7873-0B55-435C-E474D8542208}" dt="2025-10-26T20:55:30.738" v="474" actId="20577"/>
          <ac:spMkLst>
            <pc:docMk/>
            <pc:sldMk cId="5128451" sldId="259"/>
            <ac:spMk id="2" creationId="{00000000-0000-0000-0000-000000000000}"/>
          </ac:spMkLst>
        </pc:spChg>
        <pc:spChg chg="mod">
          <ac:chgData name="Muhammad Huzaifa" userId="S::mhuzaifa25@student.oulu.fi::89bc0bca-74e8-4fe7-933e-c42773c4eca8" providerId="AD" clId="Web-{C1056FF8-7873-0B55-435C-E474D8542208}" dt="2025-10-26T21:15:41.760" v="976" actId="20577"/>
          <ac:spMkLst>
            <pc:docMk/>
            <pc:sldMk cId="5128451" sldId="259"/>
            <ac:spMk id="3" creationId="{00000000-0000-0000-0000-000000000000}"/>
          </ac:spMkLst>
        </pc:spChg>
        <pc:picChg chg="add mod">
          <ac:chgData name="Muhammad Huzaifa" userId="S::mhuzaifa25@student.oulu.fi::89bc0bca-74e8-4fe7-933e-c42773c4eca8" providerId="AD" clId="Web-{C1056FF8-7873-0B55-435C-E474D8542208}" dt="2025-10-26T21:16:28.074" v="990" actId="1076"/>
          <ac:picMkLst>
            <pc:docMk/>
            <pc:sldMk cId="5128451" sldId="259"/>
            <ac:picMk id="4" creationId="{8FCE0688-AFC1-A41F-7D27-F700BBB0AF04}"/>
          </ac:picMkLst>
        </pc:picChg>
        <pc:picChg chg="mod">
          <ac:chgData name="Muhammad Huzaifa" userId="S::mhuzaifa25@student.oulu.fi::89bc0bca-74e8-4fe7-933e-c42773c4eca8" providerId="AD" clId="Web-{C1056FF8-7873-0B55-435C-E474D8542208}" dt="2025-10-26T21:16:25.058" v="989" actId="1076"/>
          <ac:picMkLst>
            <pc:docMk/>
            <pc:sldMk cId="5128451" sldId="259"/>
            <ac:picMk id="5" creationId="{EF7D96EC-7B9A-F68A-7DF3-5F459AB679E0}"/>
          </ac:picMkLst>
        </pc:picChg>
        <pc:picChg chg="mod">
          <ac:chgData name="Muhammad Huzaifa" userId="S::mhuzaifa25@student.oulu.fi::89bc0bca-74e8-4fe7-933e-c42773c4eca8" providerId="AD" clId="Web-{C1056FF8-7873-0B55-435C-E474D8542208}" dt="2025-10-26T21:16:16.495" v="986" actId="1076"/>
          <ac:picMkLst>
            <pc:docMk/>
            <pc:sldMk cId="5128451" sldId="259"/>
            <ac:picMk id="6" creationId="{B65B973F-DF2D-7D58-E8C9-6CAB33AE7325}"/>
          </ac:picMkLst>
        </pc:picChg>
        <pc:picChg chg="mod">
          <ac:chgData name="Muhammad Huzaifa" userId="S::mhuzaifa25@student.oulu.fi::89bc0bca-74e8-4fe7-933e-c42773c4eca8" providerId="AD" clId="Web-{C1056FF8-7873-0B55-435C-E474D8542208}" dt="2025-10-26T21:16:12.011" v="985" actId="1076"/>
          <ac:picMkLst>
            <pc:docMk/>
            <pc:sldMk cId="5128451" sldId="259"/>
            <ac:picMk id="8" creationId="{446638C8-7CAF-AC57-F485-50068BD271A3}"/>
          </ac:picMkLst>
        </pc:picChg>
      </pc:sldChg>
      <pc:sldChg chg="ord">
        <pc:chgData name="Muhammad Huzaifa" userId="S::mhuzaifa25@student.oulu.fi::89bc0bca-74e8-4fe7-933e-c42773c4eca8" providerId="AD" clId="Web-{C1056FF8-7873-0B55-435C-E474D8542208}" dt="2025-10-26T20:54:35.128" v="469"/>
        <pc:sldMkLst>
          <pc:docMk/>
          <pc:sldMk cId="2556693540" sldId="260"/>
        </pc:sldMkLst>
      </pc:sldChg>
      <pc:sldChg chg="modSp">
        <pc:chgData name="Muhammad Huzaifa" userId="S::mhuzaifa25@student.oulu.fi::89bc0bca-74e8-4fe7-933e-c42773c4eca8" providerId="AD" clId="Web-{C1056FF8-7873-0B55-435C-E474D8542208}" dt="2025-10-26T21:09:07.964" v="788" actId="20577"/>
        <pc:sldMkLst>
          <pc:docMk/>
          <pc:sldMk cId="603054998" sldId="261"/>
        </pc:sldMkLst>
        <pc:spChg chg="mod">
          <ac:chgData name="Muhammad Huzaifa" userId="S::mhuzaifa25@student.oulu.fi::89bc0bca-74e8-4fe7-933e-c42773c4eca8" providerId="AD" clId="Web-{C1056FF8-7873-0B55-435C-E474D8542208}" dt="2025-10-26T21:09:07.964" v="788" actId="20577"/>
          <ac:spMkLst>
            <pc:docMk/>
            <pc:sldMk cId="603054998" sldId="261"/>
            <ac:spMk id="3" creationId="{00000000-0000-0000-0000-000000000000}"/>
          </ac:spMkLst>
        </pc:spChg>
      </pc:sldChg>
      <pc:sldChg chg="modSp">
        <pc:chgData name="Muhammad Huzaifa" userId="S::mhuzaifa25@student.oulu.fi::89bc0bca-74e8-4fe7-933e-c42773c4eca8" providerId="AD" clId="Web-{C1056FF8-7873-0B55-435C-E474D8542208}" dt="2025-10-26T21:02:06.337" v="627" actId="14100"/>
        <pc:sldMkLst>
          <pc:docMk/>
          <pc:sldMk cId="3753350594" sldId="262"/>
        </pc:sldMkLst>
        <pc:spChg chg="mod">
          <ac:chgData name="Muhammad Huzaifa" userId="S::mhuzaifa25@student.oulu.fi::89bc0bca-74e8-4fe7-933e-c42773c4eca8" providerId="AD" clId="Web-{C1056FF8-7873-0B55-435C-E474D8542208}" dt="2025-10-26T21:02:01.806" v="625" actId="20577"/>
          <ac:spMkLst>
            <pc:docMk/>
            <pc:sldMk cId="3753350594" sldId="262"/>
            <ac:spMk id="3" creationId="{00000000-0000-0000-0000-000000000000}"/>
          </ac:spMkLst>
        </pc:spChg>
        <pc:picChg chg="mod">
          <ac:chgData name="Muhammad Huzaifa" userId="S::mhuzaifa25@student.oulu.fi::89bc0bca-74e8-4fe7-933e-c42773c4eca8" providerId="AD" clId="Web-{C1056FF8-7873-0B55-435C-E474D8542208}" dt="2025-10-26T21:02:06.337" v="627" actId="14100"/>
          <ac:picMkLst>
            <pc:docMk/>
            <pc:sldMk cId="3753350594" sldId="262"/>
            <ac:picMk id="4" creationId="{C5A43FDB-2741-3B94-BEF3-3CB5793E977F}"/>
          </ac:picMkLst>
        </pc:picChg>
      </pc:sldChg>
      <pc:sldChg chg="ord">
        <pc:chgData name="Muhammad Huzaifa" userId="S::mhuzaifa25@student.oulu.fi::89bc0bca-74e8-4fe7-933e-c42773c4eca8" providerId="AD" clId="Web-{C1056FF8-7873-0B55-435C-E474D8542208}" dt="2025-10-26T20:54:37.363" v="470"/>
        <pc:sldMkLst>
          <pc:docMk/>
          <pc:sldMk cId="3558128804" sldId="264"/>
        </pc:sldMkLst>
      </pc:sldChg>
      <pc:sldChg chg="addSp modSp">
        <pc:chgData name="Muhammad Huzaifa" userId="S::mhuzaifa25@student.oulu.fi::89bc0bca-74e8-4fe7-933e-c42773c4eca8" providerId="AD" clId="Web-{C1056FF8-7873-0B55-435C-E474D8542208}" dt="2025-10-26T21:08:46.868" v="773" actId="1076"/>
        <pc:sldMkLst>
          <pc:docMk/>
          <pc:sldMk cId="1124176974" sldId="265"/>
        </pc:sldMkLst>
        <pc:spChg chg="mod">
          <ac:chgData name="Muhammad Huzaifa" userId="S::mhuzaifa25@student.oulu.fi::89bc0bca-74e8-4fe7-933e-c42773c4eca8" providerId="AD" clId="Web-{C1056FF8-7873-0B55-435C-E474D8542208}" dt="2025-10-26T21:08:04.740" v="770" actId="20577"/>
          <ac:spMkLst>
            <pc:docMk/>
            <pc:sldMk cId="1124176974" sldId="265"/>
            <ac:spMk id="3" creationId="{DA1BB2E9-DFD4-2988-B289-C8551F9B98D9}"/>
          </ac:spMkLst>
        </pc:spChg>
        <pc:picChg chg="add mod">
          <ac:chgData name="Muhammad Huzaifa" userId="S::mhuzaifa25@student.oulu.fi::89bc0bca-74e8-4fe7-933e-c42773c4eca8" providerId="AD" clId="Web-{C1056FF8-7873-0B55-435C-E474D8542208}" dt="2025-10-26T21:08:46.868" v="773" actId="1076"/>
          <ac:picMkLst>
            <pc:docMk/>
            <pc:sldMk cId="1124176974" sldId="265"/>
            <ac:picMk id="4" creationId="{1FCC6858-E0E2-DB8F-517B-F44EE93D9C00}"/>
          </ac:picMkLst>
        </pc:picChg>
      </pc:sldChg>
      <pc:sldChg chg="del">
        <pc:chgData name="Muhammad Huzaifa" userId="S::mhuzaifa25@student.oulu.fi::89bc0bca-74e8-4fe7-933e-c42773c4eca8" providerId="AD" clId="Web-{C1056FF8-7873-0B55-435C-E474D8542208}" dt="2025-10-26T21:08:50.962" v="774"/>
        <pc:sldMkLst>
          <pc:docMk/>
          <pc:sldMk cId="1218783682" sldId="266"/>
        </pc:sldMkLst>
      </pc:sldChg>
      <pc:sldChg chg="modSp add ord replId">
        <pc:chgData name="Muhammad Huzaifa" userId="S::mhuzaifa25@student.oulu.fi::89bc0bca-74e8-4fe7-933e-c42773c4eca8" providerId="AD" clId="Web-{C1056FF8-7873-0B55-435C-E474D8542208}" dt="2025-10-27T10:24:06.198" v="1001" actId="20577"/>
        <pc:sldMkLst>
          <pc:docMk/>
          <pc:sldMk cId="1317394807" sldId="267"/>
        </pc:sldMkLst>
        <pc:spChg chg="mod">
          <ac:chgData name="Muhammad Huzaifa" userId="S::mhuzaifa25@student.oulu.fi::89bc0bca-74e8-4fe7-933e-c42773c4eca8" providerId="AD" clId="Web-{C1056FF8-7873-0B55-435C-E474D8542208}" dt="2025-10-27T10:24:06.198" v="1001" actId="20577"/>
          <ac:spMkLst>
            <pc:docMk/>
            <pc:sldMk cId="1317394807" sldId="267"/>
            <ac:spMk id="3" creationId="{1E5B0479-5950-E406-B66D-A1F8AAB0863B}"/>
          </ac:spMkLst>
        </pc:spChg>
      </pc:sldChg>
      <pc:sldChg chg="addSp delSp modSp add replId">
        <pc:chgData name="Muhammad Huzaifa" userId="S::mhuzaifa25@student.oulu.fi::89bc0bca-74e8-4fe7-933e-c42773c4eca8" providerId="AD" clId="Web-{C1056FF8-7873-0B55-435C-E474D8542208}" dt="2025-10-26T20:31:16.877" v="90" actId="20577"/>
        <pc:sldMkLst>
          <pc:docMk/>
          <pc:sldMk cId="3852105998" sldId="268"/>
        </pc:sldMkLst>
        <pc:spChg chg="mod">
          <ac:chgData name="Muhammad Huzaifa" userId="S::mhuzaifa25@student.oulu.fi::89bc0bca-74e8-4fe7-933e-c42773c4eca8" providerId="AD" clId="Web-{C1056FF8-7873-0B55-435C-E474D8542208}" dt="2025-10-26T20:31:16.877" v="90" actId="20577"/>
          <ac:spMkLst>
            <pc:docMk/>
            <pc:sldMk cId="3852105998" sldId="268"/>
            <ac:spMk id="2" creationId="{31291AE0-E7FC-BD67-1AFB-8A570D005658}"/>
          </ac:spMkLst>
        </pc:spChg>
        <pc:spChg chg="del mod">
          <ac:chgData name="Muhammad Huzaifa" userId="S::mhuzaifa25@student.oulu.fi::89bc0bca-74e8-4fe7-933e-c42773c4eca8" providerId="AD" clId="Web-{C1056FF8-7873-0B55-435C-E474D8542208}" dt="2025-10-26T20:30:54.437" v="83"/>
          <ac:spMkLst>
            <pc:docMk/>
            <pc:sldMk cId="3852105998" sldId="268"/>
            <ac:spMk id="3" creationId="{1F13293F-3676-ED51-5FEC-55451D7D70B1}"/>
          </ac:spMkLst>
        </pc:spChg>
        <pc:spChg chg="add del mod">
          <ac:chgData name="Muhammad Huzaifa" userId="S::mhuzaifa25@student.oulu.fi::89bc0bca-74e8-4fe7-933e-c42773c4eca8" providerId="AD" clId="Web-{C1056FF8-7873-0B55-435C-E474D8542208}" dt="2025-10-26T20:31:10.438" v="87"/>
          <ac:spMkLst>
            <pc:docMk/>
            <pc:sldMk cId="3852105998" sldId="268"/>
            <ac:spMk id="5" creationId="{E7693539-C954-9387-E324-690375470C80}"/>
          </ac:spMkLst>
        </pc:spChg>
      </pc:sldChg>
      <pc:sldChg chg="modSp add del replId">
        <pc:chgData name="Muhammad Huzaifa" userId="S::mhuzaifa25@student.oulu.fi::89bc0bca-74e8-4fe7-933e-c42773c4eca8" providerId="AD" clId="Web-{C1056FF8-7873-0B55-435C-E474D8542208}" dt="2025-10-26T20:38:49.744" v="238"/>
        <pc:sldMkLst>
          <pc:docMk/>
          <pc:sldMk cId="300481722" sldId="269"/>
        </pc:sldMkLst>
        <pc:spChg chg="mod">
          <ac:chgData name="Muhammad Huzaifa" userId="S::mhuzaifa25@student.oulu.fi::89bc0bca-74e8-4fe7-933e-c42773c4eca8" providerId="AD" clId="Web-{C1056FF8-7873-0B55-435C-E474D8542208}" dt="2025-10-26T20:38:44.337" v="237" actId="20577"/>
          <ac:spMkLst>
            <pc:docMk/>
            <pc:sldMk cId="300481722" sldId="269"/>
            <ac:spMk id="3" creationId="{2910F41A-6CE2-032D-E843-BE90A502505E}"/>
          </ac:spMkLst>
        </pc:spChg>
      </pc:sldChg>
      <pc:sldChg chg="add del replId">
        <pc:chgData name="Muhammad Huzaifa" userId="S::mhuzaifa25@student.oulu.fi::89bc0bca-74e8-4fe7-933e-c42773c4eca8" providerId="AD" clId="Web-{C1056FF8-7873-0B55-435C-E474D8542208}" dt="2025-10-26T20:33:29.559" v="105"/>
        <pc:sldMkLst>
          <pc:docMk/>
          <pc:sldMk cId="1476551605" sldId="269"/>
        </pc:sldMkLst>
      </pc:sldChg>
      <pc:sldChg chg="addSp delSp modSp add mod ord replId setBg">
        <pc:chgData name="Muhammad Huzaifa" userId="S::mhuzaifa25@student.oulu.fi::89bc0bca-74e8-4fe7-933e-c42773c4eca8" providerId="AD" clId="Web-{C1056FF8-7873-0B55-435C-E474D8542208}" dt="2025-10-26T20:57:08.583" v="494"/>
        <pc:sldMkLst>
          <pc:docMk/>
          <pc:sldMk cId="1620580189" sldId="269"/>
        </pc:sldMkLst>
        <pc:spChg chg="mod">
          <ac:chgData name="Muhammad Huzaifa" userId="S::mhuzaifa25@student.oulu.fi::89bc0bca-74e8-4fe7-933e-c42773c4eca8" providerId="AD" clId="Web-{C1056FF8-7873-0B55-435C-E474D8542208}" dt="2025-10-26T20:57:08.583" v="494"/>
          <ac:spMkLst>
            <pc:docMk/>
            <pc:sldMk cId="1620580189" sldId="269"/>
            <ac:spMk id="2" creationId="{E5D87D35-22F5-7365-D638-50B237A3CA20}"/>
          </ac:spMkLst>
        </pc:spChg>
        <pc:spChg chg="mod ord">
          <ac:chgData name="Muhammad Huzaifa" userId="S::mhuzaifa25@student.oulu.fi::89bc0bca-74e8-4fe7-933e-c42773c4eca8" providerId="AD" clId="Web-{C1056FF8-7873-0B55-435C-E474D8542208}" dt="2025-10-26T20:57:08.583" v="494"/>
          <ac:spMkLst>
            <pc:docMk/>
            <pc:sldMk cId="1620580189" sldId="269"/>
            <ac:spMk id="3" creationId="{D35462D8-5A11-6309-E7EE-43FBEE5D98F6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7:08.583" v="494"/>
          <ac:spMkLst>
            <pc:docMk/>
            <pc:sldMk cId="1620580189" sldId="269"/>
            <ac:spMk id="7" creationId="{7E6D2D34-4BB4-460B-8844-027610FB21F5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3:55.784" v="462"/>
          <ac:spMkLst>
            <pc:docMk/>
            <pc:sldMk cId="1620580189" sldId="269"/>
            <ac:spMk id="10" creationId="{352BEC0E-22F8-46D0-9632-375DB541B06C}"/>
          </ac:spMkLst>
        </pc:spChg>
        <pc:spChg chg="add del">
          <ac:chgData name="Muhammad Huzaifa" userId="S::mhuzaifa25@student.oulu.fi::89bc0bca-74e8-4fe7-933e-c42773c4eca8" providerId="AD" clId="Web-{C1056FF8-7873-0B55-435C-E474D8542208}" dt="2025-10-26T20:53:55.784" v="462"/>
          <ac:spMkLst>
            <pc:docMk/>
            <pc:sldMk cId="1620580189" sldId="269"/>
            <ac:spMk id="12" creationId="{3FCFB1DE-0B7E-48CC-BA90-B2AB0889F9D6}"/>
          </ac:spMkLst>
        </pc:spChg>
        <pc:grpChg chg="add del">
          <ac:chgData name="Muhammad Huzaifa" userId="S::mhuzaifa25@student.oulu.fi::89bc0bca-74e8-4fe7-933e-c42773c4eca8" providerId="AD" clId="Web-{C1056FF8-7873-0B55-435C-E474D8542208}" dt="2025-10-26T20:57:08.583" v="494"/>
          <ac:grpSpMkLst>
            <pc:docMk/>
            <pc:sldMk cId="1620580189" sldId="269"/>
            <ac:grpSpMk id="8" creationId="{C5314570-9B06-4D37-8CBD-EDD67C2FA205}"/>
          </ac:grpSpMkLst>
        </pc:grpChg>
        <pc:picChg chg="mod">
          <ac:chgData name="Muhammad Huzaifa" userId="S::mhuzaifa25@student.oulu.fi::89bc0bca-74e8-4fe7-933e-c42773c4eca8" providerId="AD" clId="Web-{C1056FF8-7873-0B55-435C-E474D8542208}" dt="2025-10-26T20:57:08.583" v="494"/>
          <ac:picMkLst>
            <pc:docMk/>
            <pc:sldMk cId="1620580189" sldId="269"/>
            <ac:picMk id="4" creationId="{2981AAEB-0F77-8DA0-BCAF-6621A7012DE7}"/>
          </ac:picMkLst>
        </pc:picChg>
        <pc:picChg chg="add mod">
          <ac:chgData name="Muhammad Huzaifa" userId="S::mhuzaifa25@student.oulu.fi::89bc0bca-74e8-4fe7-933e-c42773c4eca8" providerId="AD" clId="Web-{C1056FF8-7873-0B55-435C-E474D8542208}" dt="2025-10-26T20:57:08.583" v="494"/>
          <ac:picMkLst>
            <pc:docMk/>
            <pc:sldMk cId="1620580189" sldId="269"/>
            <ac:picMk id="5" creationId="{F98AC3A5-7884-3B97-48BF-7FC83253B778}"/>
          </ac:picMkLst>
        </pc:picChg>
      </pc:sldChg>
      <pc:sldChg chg="modSp add del replId">
        <pc:chgData name="Muhammad Huzaifa" userId="S::mhuzaifa25@student.oulu.fi::89bc0bca-74e8-4fe7-933e-c42773c4eca8" providerId="AD" clId="Web-{C1056FF8-7873-0B55-435C-E474D8542208}" dt="2025-10-26T20:46:38.087" v="438"/>
        <pc:sldMkLst>
          <pc:docMk/>
          <pc:sldMk cId="3822153200" sldId="270"/>
        </pc:sldMkLst>
        <pc:spChg chg="mod">
          <ac:chgData name="Muhammad Huzaifa" userId="S::mhuzaifa25@student.oulu.fi::89bc0bca-74e8-4fe7-933e-c42773c4eca8" providerId="AD" clId="Web-{C1056FF8-7873-0B55-435C-E474D8542208}" dt="2025-10-26T20:45:55.801" v="432" actId="20577"/>
          <ac:spMkLst>
            <pc:docMk/>
            <pc:sldMk cId="3822153200" sldId="270"/>
            <ac:spMk id="2" creationId="{F078C1EB-35FC-C646-D722-440AAC4AB2D9}"/>
          </ac:spMkLst>
        </pc:spChg>
        <pc:spChg chg="mod">
          <ac:chgData name="Muhammad Huzaifa" userId="S::mhuzaifa25@student.oulu.fi::89bc0bca-74e8-4fe7-933e-c42773c4eca8" providerId="AD" clId="Web-{C1056FF8-7873-0B55-435C-E474D8542208}" dt="2025-10-26T20:46:10.243" v="437" actId="20577"/>
          <ac:spMkLst>
            <pc:docMk/>
            <pc:sldMk cId="3822153200" sldId="270"/>
            <ac:spMk id="3" creationId="{95ADD8FD-0CBA-B565-E06C-94B46B39CA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4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7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3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3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6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4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C7DD8-A3A1-DE46-B8D8-9497652B26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7A116-7386-D640-BA16-3D23D59D6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ajesh.raveendran@oulu.fi" TargetMode="External"/><Relationship Id="rId2" Type="http://schemas.openxmlformats.org/officeDocument/2006/relationships/hyperlink" Target="mailto:muhammad.huzaifa@student.oulu.f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1D2125"/>
                </a:solidFill>
              </a:rPr>
              <a:t>Hack the dataset from X200GO: </a:t>
            </a:r>
            <a:br>
              <a:rPr lang="en-US" b="1"/>
            </a:br>
            <a:r>
              <a:rPr lang="en-US" b="1" dirty="0">
                <a:solidFill>
                  <a:srgbClr val="1D2125"/>
                </a:solidFill>
              </a:rPr>
              <a:t>3D modelling sensor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521479S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223995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5D6D-B65E-98C9-2D92-2E7CA76D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1E37-125D-5D46-1D53-EB94C2E5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0479-5950-E406-B66D-A1F8AAB0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Students</a:t>
            </a:r>
          </a:p>
          <a:p>
            <a:pPr lvl="1"/>
            <a:r>
              <a:rPr lang="en-US" sz="2000" dirty="0">
                <a:ea typeface="Calibri"/>
                <a:cs typeface="Calibri"/>
              </a:rPr>
              <a:t>Sami </a:t>
            </a:r>
            <a:r>
              <a:rPr lang="en-US" sz="2000" dirty="0" err="1">
                <a:ea typeface="Calibri"/>
                <a:cs typeface="Calibri"/>
              </a:rPr>
              <a:t>Häkkilä</a:t>
            </a:r>
            <a:r>
              <a:rPr lang="en-US" sz="2000" dirty="0">
                <a:ea typeface="Calibri"/>
                <a:cs typeface="Calibri"/>
              </a:rPr>
              <a:t> (sami.hakkila@student.oulu.fi)</a:t>
            </a:r>
          </a:p>
          <a:p>
            <a:pPr lvl="1"/>
            <a:r>
              <a:rPr lang="en-US" sz="2000" dirty="0">
                <a:ea typeface="Calibri"/>
                <a:cs typeface="Calibri"/>
              </a:rPr>
              <a:t>Syed Amin Al Mahim</a:t>
            </a:r>
          </a:p>
          <a:p>
            <a:pPr lvl="1"/>
            <a:r>
              <a:rPr lang="en-US" sz="2000" dirty="0">
                <a:ea typeface="Calibri"/>
                <a:cs typeface="Calibri"/>
              </a:rPr>
              <a:t>Muhammad Huzaifa (</a:t>
            </a:r>
            <a:r>
              <a:rPr lang="en-US" sz="2000" dirty="0">
                <a:ea typeface="Calibri"/>
                <a:cs typeface="Calibri"/>
                <a:hlinkClick r:id="rId2"/>
              </a:rPr>
              <a:t>muhammad.huzaifa@student.oulu.fi</a:t>
            </a:r>
            <a:r>
              <a:rPr lang="en-US" sz="2000" dirty="0">
                <a:ea typeface="Calibri"/>
                <a:cs typeface="Calibri"/>
              </a:rPr>
              <a:t>)</a:t>
            </a:r>
          </a:p>
          <a:p>
            <a:pPr marL="457200" lvl="1" indent="0">
              <a:buNone/>
            </a:pPr>
            <a:endParaRPr lang="en-US" sz="2000">
              <a:ea typeface="Calibri"/>
              <a:cs typeface="Calibri"/>
            </a:endParaRPr>
          </a:p>
          <a:p>
            <a:r>
              <a:rPr lang="en-US" dirty="0"/>
              <a:t>Customer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Rajesh Raveendran (</a:t>
            </a:r>
            <a:r>
              <a:rPr lang="en-US" dirty="0">
                <a:hlinkClick r:id="rId3"/>
              </a:rPr>
              <a:t>rajesh.raveendran@oulu.fi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From University of Oulu</a:t>
            </a:r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739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</a:t>
            </a:r>
          </a:p>
          <a:p>
            <a:r>
              <a:rPr lang="en-US">
                <a:ea typeface="Calibri"/>
                <a:cs typeface="Calibri"/>
              </a:rPr>
              <a:t>Milestones</a:t>
            </a:r>
          </a:p>
          <a:p>
            <a:r>
              <a:rPr lang="en-US">
                <a:ea typeface="Calibri"/>
                <a:cs typeface="Calibri"/>
              </a:rPr>
              <a:t>Tasks</a:t>
            </a:r>
          </a:p>
          <a:p>
            <a:r>
              <a:rPr lang="en-US">
                <a:ea typeface="Calibri"/>
                <a:cs typeface="Calibri"/>
              </a:rPr>
              <a:t>Tools</a:t>
            </a:r>
          </a:p>
          <a:p>
            <a:r>
              <a:rPr lang="en-US">
                <a:ea typeface="Calibri"/>
                <a:cs typeface="Calibri"/>
              </a:rPr>
              <a:t>Progress</a:t>
            </a:r>
          </a:p>
          <a:p>
            <a:r>
              <a:rPr lang="en-US">
                <a:ea typeface="Calibri"/>
                <a:cs typeface="Calibri"/>
              </a:rPr>
              <a:t>Risks &amp; Challenges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757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335A-114B-B039-42F8-C5BAA8E9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7D35-22F5-7365-D638-50B237A3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62D8-5A11-6309-E7EE-43FBEE5D9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5776"/>
            <a:ext cx="7926331" cy="49435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ea typeface="+mn-lt"/>
                <a:cs typeface="+mn-lt"/>
              </a:rPr>
              <a:t>X200GO: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2400" dirty="0">
                <a:ea typeface="+mn-lt"/>
                <a:cs typeface="+mn-lt"/>
              </a:rPr>
              <a:t>Advanced </a:t>
            </a:r>
            <a:r>
              <a:rPr lang="en-US" sz="2400" b="1" dirty="0">
                <a:ea typeface="+mn-lt"/>
                <a:cs typeface="+mn-lt"/>
              </a:rPr>
              <a:t>3D modeling sensor.</a:t>
            </a:r>
            <a:endParaRPr lang="en-US" sz="2400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2400" dirty="0">
                <a:ea typeface="+mn-lt"/>
                <a:cs typeface="+mn-lt"/>
              </a:rPr>
              <a:t>Captures spatial and positional data.</a:t>
            </a:r>
          </a:p>
          <a:p>
            <a:pPr lvl="1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Collected data is processed using the "manufacturer’s proprietary application" </a:t>
            </a:r>
            <a:r>
              <a:rPr lang="en-US" sz="2400" b="1" err="1">
                <a:ea typeface="+mn-lt"/>
                <a:cs typeface="+mn-lt"/>
              </a:rPr>
              <a:t>GoApp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>
              <a:ea typeface="Calibri"/>
              <a:cs typeface="Calibri"/>
            </a:endParaRPr>
          </a:p>
          <a:p>
            <a:endParaRPr lang="en-US" b="1">
              <a:ea typeface="+mn-lt"/>
              <a:cs typeface="+mn-lt"/>
            </a:endParaRPr>
          </a:p>
          <a:p>
            <a:endParaRPr lang="en-US" sz="28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1AAEB-0F77-8DA0-BCAF-6621A7012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865" y="843785"/>
            <a:ext cx="1822862" cy="1841152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98AC3A5-7884-3B97-48BF-7FC83253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199" y="3974679"/>
            <a:ext cx="3506797" cy="198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8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5776"/>
            <a:ext cx="7722866" cy="49435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ea typeface="+mn-lt"/>
                <a:cs typeface="+mn-lt"/>
              </a:rPr>
              <a:t>Task:</a:t>
            </a:r>
            <a:endParaRPr lang="en-US" sz="2800" dirty="0">
              <a:ea typeface="+mn-lt"/>
              <a:cs typeface="+mn-lt"/>
            </a:endParaRPr>
          </a:p>
          <a:p>
            <a:pPr lvl="1">
              <a:buFont typeface="Courier New,monospace"/>
              <a:buChar char="o"/>
            </a:pPr>
            <a:r>
              <a:rPr lang="en-US" sz="2400" dirty="0">
                <a:ea typeface="+mn-lt"/>
                <a:cs typeface="+mn-lt"/>
              </a:rPr>
              <a:t>Decode the files generated by the sensor.</a:t>
            </a:r>
          </a:p>
          <a:p>
            <a:pPr lvl="1">
              <a:buFont typeface="Courier New,monospace"/>
              <a:buChar char="o"/>
            </a:pPr>
            <a:r>
              <a:rPr lang="en-US" sz="2400">
                <a:ea typeface="+mn-lt"/>
                <a:cs typeface="+mn-lt"/>
              </a:rPr>
              <a:t>Making them readable without </a:t>
            </a:r>
            <a:r>
              <a:rPr lang="en-US" sz="2400" err="1">
                <a:ea typeface="+mn-lt"/>
                <a:cs typeface="+mn-lt"/>
              </a:rPr>
              <a:t>GoApp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,monospace"/>
              <a:buChar char="o"/>
            </a:pPr>
            <a:endParaRPr lang="en-US" sz="2400">
              <a:ea typeface="Calibri"/>
              <a:cs typeface="Calibri"/>
            </a:endParaRPr>
          </a:p>
          <a:p>
            <a:pPr lvl="1">
              <a:buFont typeface="Courier New,monospace"/>
              <a:buChar char="o"/>
            </a:pPr>
            <a:r>
              <a:rPr lang="en-US" sz="2400" dirty="0">
                <a:ea typeface="Calibri"/>
                <a:cs typeface="Calibri"/>
              </a:rPr>
              <a:t>6 type of files, containing </a:t>
            </a:r>
            <a:r>
              <a:rPr lang="en-US" sz="2400" dirty="0">
                <a:ea typeface="+mn-lt"/>
                <a:cs typeface="+mn-lt"/>
              </a:rPr>
              <a:t>IMU data, Lidar data, GPS data and images raster files.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,monospace"/>
              <a:buChar char="o"/>
            </a:pPr>
            <a:endParaRPr lang="en-US" sz="240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sz="2400" dirty="0">
                <a:ea typeface="Calibri"/>
                <a:cs typeface="Calibri"/>
              </a:rPr>
              <a:t>~in short reverse engineer the App!</a:t>
            </a:r>
          </a:p>
          <a:p>
            <a:pPr lvl="1">
              <a:buFont typeface="Courier New,monospace"/>
              <a:buChar char="o"/>
            </a:pPr>
            <a:endParaRPr lang="en-US" sz="2400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  <a:p>
            <a:endParaRPr lang="en-US" sz="28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8D7F0-D010-2D22-2274-EE2A99BBE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865" y="843785"/>
            <a:ext cx="1822862" cy="1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6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Milestones</a:t>
            </a:r>
          </a:p>
        </p:txBody>
      </p:sp>
      <p:pic>
        <p:nvPicPr>
          <p:cNvPr id="9" name="Content Placeholder 8" descr="A screenshot of a chart&#10;&#10;AI-generated content may be incorrect.">
            <a:extLst>
              <a:ext uri="{FF2B5EF4-FFF2-40B4-BE49-F238E27FC236}">
                <a16:creationId xmlns:a16="http://schemas.microsoft.com/office/drawing/2014/main" id="{8BF05865-53F5-C6BF-3CE9-BEE9E8327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781" y="396451"/>
            <a:ext cx="5281159" cy="606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9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4D5EA-EE84-FDBF-78D9-A84B8220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CAA3-6929-2DB2-4E15-A4206834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030FE-BFEA-1E1E-1D9A-2DB977435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2025-09-25: </a:t>
            </a:r>
            <a:r>
              <a:rPr lang="en-US">
                <a:ea typeface="+mn-lt"/>
                <a:cs typeface="+mn-lt"/>
              </a:rPr>
              <a:t>Client Communication</a:t>
            </a:r>
            <a:endParaRPr lang="en-US"/>
          </a:p>
          <a:p>
            <a:r>
              <a:rPr lang="en-US"/>
              <a:t>2025-10-20: Study &amp; Research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2025-11-25: Parsing/Decoding &amp; Validation</a:t>
            </a:r>
          </a:p>
          <a:p>
            <a:r>
              <a:rPr lang="en-US">
                <a:ea typeface="Calibri"/>
                <a:cs typeface="Calibri"/>
              </a:rPr>
              <a:t>2025-11-30: Interface Development &amp; Integration</a:t>
            </a:r>
          </a:p>
          <a:p>
            <a:r>
              <a:rPr lang="en-US" sz="3000">
                <a:ea typeface="Calibri"/>
                <a:cs typeface="Calibri"/>
              </a:rPr>
              <a:t>2025-12-10: Testing &amp; Final Documentation</a:t>
            </a:r>
          </a:p>
          <a:p>
            <a:r>
              <a:rPr lang="en-US"/>
              <a:t>2025-12-10: Acceptance by customer -Final report delivered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812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985EC6-3561-3311-7C5A-38DC001C55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596368"/>
              </p:ext>
            </p:extLst>
          </p:nvPr>
        </p:nvGraphicFramePr>
        <p:xfrm>
          <a:off x="454980" y="1597980"/>
          <a:ext cx="82296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682135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58316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14116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32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All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Study, Research, Testing &amp; Documentation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Study sensor data structure, conduct research, test the parsing results, documentation and reports.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94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Sami </a:t>
                      </a:r>
                      <a:r>
                        <a:rPr lang="en-US" sz="1800" b="0" i="0" u="none" strike="noStrike" noProof="0" err="1">
                          <a:latin typeface="Calibri"/>
                        </a:rPr>
                        <a:t>Häkkilä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Parsing &amp; Validation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Works on decoding and validating binary files (e.g., image raster or Lidar data), ensuring parsed results match ground truth values.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61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Syed Amin Al Mahim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Parsing &amp; Validation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2779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Muhammad Huzaifa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Data Parsing, </a:t>
                      </a:r>
                      <a:r>
                        <a:rPr lang="en-US" sz="1800" b="0" i="0" u="none" strike="noStrike" noProof="0">
                          <a:latin typeface="Calibri"/>
                        </a:rPr>
                        <a:t>Web Interface &amp; Integration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</a:rPr>
                        <a:t>Developing the </a:t>
                      </a:r>
                      <a:r>
                        <a:rPr lang="en-US" sz="1800" b="1" i="0" u="none" strike="noStrike" noProof="0">
                          <a:latin typeface="Calibri"/>
                        </a:rPr>
                        <a:t>web interface</a:t>
                      </a:r>
                      <a:r>
                        <a:rPr lang="en-US" sz="1800" b="0" i="0" u="none" strike="noStrike" noProof="0">
                          <a:latin typeface="Calibri"/>
                        </a:rPr>
                        <a:t>, integrating logic, and deployment.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51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28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Calibri"/>
                <a:cs typeface="Calibri"/>
              </a:rPr>
              <a:t>Hardware</a:t>
            </a:r>
          </a:p>
          <a:p>
            <a:pPr lvl="1"/>
            <a:r>
              <a:rPr lang="en-US">
                <a:ea typeface="Calibri"/>
                <a:cs typeface="Calibri"/>
              </a:rPr>
              <a:t>X200GO</a:t>
            </a:r>
          </a:p>
          <a:p>
            <a:r>
              <a:rPr lang="en-US"/>
              <a:t>Software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Python:</a:t>
            </a:r>
            <a:endParaRPr lang="en-US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en-US" sz="1600">
                <a:ea typeface="+mn-lt"/>
                <a:cs typeface="+mn-lt"/>
              </a:rPr>
              <a:t>Great for initial development and testing, allows quick logic validation and data parsing via libraries.</a:t>
            </a:r>
          </a:p>
          <a:p>
            <a:pPr lvl="2">
              <a:buFont typeface="Wingdings"/>
              <a:buChar char="§"/>
            </a:pPr>
            <a:r>
              <a:rPr lang="en-US" sz="1600">
                <a:ea typeface="+mn-lt"/>
                <a:cs typeface="+mn-lt"/>
              </a:rPr>
              <a:t>Ideal for handling binary data (IMU, Lidar, GPS, images).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React JS:</a:t>
            </a:r>
            <a:endParaRPr lang="en-US">
              <a:ea typeface="+mn-lt"/>
              <a:cs typeface="+mn-lt"/>
            </a:endParaRPr>
          </a:p>
          <a:p>
            <a:pPr lvl="2">
              <a:buFont typeface="Wingdings,Sans-Serif"/>
              <a:buChar char="§"/>
            </a:pPr>
            <a:r>
              <a:rPr lang="en-US" sz="1500">
                <a:ea typeface="+mn-lt"/>
                <a:cs typeface="+mn-lt"/>
              </a:rPr>
              <a:t>Easy to deploy and maintain — provides a lightweight, browser-based interface.</a:t>
            </a:r>
            <a:endParaRPr lang="en-US">
              <a:ea typeface="+mn-lt"/>
              <a:cs typeface="+mn-lt"/>
            </a:endParaRPr>
          </a:p>
          <a:p>
            <a:pPr lvl="2">
              <a:buFont typeface="Wingdings,Sans-Serif"/>
              <a:buChar char="§"/>
            </a:pPr>
            <a:r>
              <a:rPr lang="en-US" sz="1500">
                <a:ea typeface="+mn-lt"/>
                <a:cs typeface="+mn-lt"/>
              </a:rPr>
              <a:t>Later validated Python logic will be converted to JavaScript for smooth integration.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>
                <a:ea typeface="+mn-lt"/>
                <a:cs typeface="+mn-lt"/>
              </a:rPr>
              <a:t>GitHub</a:t>
            </a:r>
            <a:endParaRPr lang="en-US"/>
          </a:p>
          <a:p>
            <a:pPr lvl="2">
              <a:buFont typeface="Wingdings"/>
              <a:buChar char="§"/>
            </a:pPr>
            <a:endParaRPr lang="en-US" sz="1600">
              <a:ea typeface="Calibri"/>
              <a:cs typeface="Calibri"/>
            </a:endParaRPr>
          </a:p>
          <a:p>
            <a:pPr marL="914400" lvl="2" indent="0">
              <a:buNone/>
            </a:pPr>
            <a:endParaRPr lang="en-US" sz="280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React Logo PNG Transparent &amp; SVG Vector ...">
            <a:extLst>
              <a:ext uri="{FF2B5EF4-FFF2-40B4-BE49-F238E27FC236}">
                <a16:creationId xmlns:a16="http://schemas.microsoft.com/office/drawing/2014/main" id="{EF7D96EC-7B9A-F68A-7DF3-5F459AB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88" y="1587730"/>
            <a:ext cx="872509" cy="872509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B65B973F-DF2D-7D58-E8C9-6CAB33AE7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995" y="1192331"/>
            <a:ext cx="878057" cy="878057"/>
          </a:xfrm>
          <a:prstGeom prst="rect">
            <a:avLst/>
          </a:prstGeom>
        </p:spPr>
      </p:pic>
      <p:pic>
        <p:nvPicPr>
          <p:cNvPr id="8" name="Picture 7" descr="X200GO SLAM Laser Scanner - Stonex">
            <a:extLst>
              <a:ext uri="{FF2B5EF4-FFF2-40B4-BE49-F238E27FC236}">
                <a16:creationId xmlns:a16="http://schemas.microsoft.com/office/drawing/2014/main" id="{446638C8-7CAF-AC57-F485-50068BD27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58" y="1100155"/>
            <a:ext cx="1826858" cy="1843504"/>
          </a:xfrm>
          <a:prstGeom prst="rect">
            <a:avLst/>
          </a:prstGeom>
        </p:spPr>
      </p:pic>
      <p:pic>
        <p:nvPicPr>
          <p:cNvPr id="4" name="Picture 3" descr="GitHub Logos and Usage · GitHub">
            <a:extLst>
              <a:ext uri="{FF2B5EF4-FFF2-40B4-BE49-F238E27FC236}">
                <a16:creationId xmlns:a16="http://schemas.microsoft.com/office/drawing/2014/main" id="{8FCE0688-AFC1-A41F-7D27-F700BBB0A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107" y="2260467"/>
            <a:ext cx="894850" cy="8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(IMU-data)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Inspected the IMU-data with HEX-editor:</a:t>
            </a:r>
          </a:p>
          <a:p>
            <a:r>
              <a:rPr lang="en-US">
                <a:ea typeface="Calibri"/>
                <a:cs typeface="Calibri"/>
              </a:rPr>
              <a:t>Findings: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Header is 1024 bytes.</a:t>
            </a:r>
          </a:p>
          <a:p>
            <a:pPr lvl="1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Has a starting timestamp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Data has a pattern!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Repeating every 33 bytes.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5A43FDB-2741-3B94-BEF3-3CB5793E9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34" y="2945937"/>
            <a:ext cx="3522318" cy="302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5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0CCF-FFB4-27E8-4C27-F4EF275E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A29D-917F-508D-FEEC-33C3CC78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(IMU-data)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BB2E9-DFD4-2988-B289-C8551F9B9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769433" cy="244941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Working on a first version of a Python script!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Tries to find realistic accelerometer and gyroscope values: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Tries </a:t>
            </a:r>
            <a:r>
              <a:rPr lang="en-US">
                <a:ea typeface="+mn-lt"/>
                <a:cs typeface="+mn-lt"/>
              </a:rPr>
              <a:t>little and big-endian</a:t>
            </a:r>
            <a:r>
              <a:rPr lang="en-US"/>
              <a:t> orders.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Test different data types, int16, float32 etc.</a:t>
            </a:r>
            <a:endParaRPr lang="en-US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1FCC6858-E0E2-DB8F-517B-F44EE93D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676" y="3939782"/>
            <a:ext cx="4518143" cy="246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7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Risks /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if?</a:t>
            </a:r>
          </a:p>
          <a:p>
            <a:pPr lvl="1">
              <a:buFont typeface="Courier New"/>
              <a:buChar char="o"/>
            </a:pPr>
            <a:r>
              <a:rPr lang="en-US"/>
              <a:t>Manufacturer has intentionally obfuscated </a:t>
            </a:r>
            <a:r>
              <a:rPr lang="en-US" err="1"/>
              <a:t>the</a:t>
            </a:r>
            <a:r>
              <a:rPr lang="en-US"/>
              <a:t> data to make it difficult to decode.  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05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B361-5A3A-7896-B566-E5B09FC3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1AE0-E7FC-BD67-1AFB-8A570D00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9853"/>
            <a:ext cx="8229600" cy="11430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210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Hack the dataset from X200GO:  3D modelling sensor</vt:lpstr>
      <vt:lpstr>Participants</vt:lpstr>
      <vt:lpstr>Agenda</vt:lpstr>
      <vt:lpstr>Introduction</vt:lpstr>
      <vt:lpstr>Introduction</vt:lpstr>
      <vt:lpstr>Milestones</vt:lpstr>
      <vt:lpstr>Milestones</vt:lpstr>
      <vt:lpstr>Tasks</vt:lpstr>
      <vt:lpstr>Tools</vt:lpstr>
      <vt:lpstr>Progress (IMU-data) </vt:lpstr>
      <vt:lpstr>Progress (IMU-data) </vt:lpstr>
      <vt:lpstr>Risks /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FIXME:Project name</dc:title>
  <dc:creator>Christian Wieser</dc:creator>
  <cp:revision>11</cp:revision>
  <dcterms:created xsi:type="dcterms:W3CDTF">2015-10-16T14:53:20Z</dcterms:created>
  <dcterms:modified xsi:type="dcterms:W3CDTF">2025-10-27T10:24:11Z</dcterms:modified>
</cp:coreProperties>
</file>